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78" r:id="rId1"/>
  </p:sldMasterIdLst>
  <p:notesMasterIdLst>
    <p:notesMasterId r:id="rId67"/>
  </p:notesMasterIdLst>
  <p:handoutMasterIdLst>
    <p:handoutMasterId r:id="rId68"/>
  </p:handoutMasterIdLst>
  <p:sldIdLst>
    <p:sldId id="446" r:id="rId2"/>
    <p:sldId id="292" r:id="rId3"/>
    <p:sldId id="293" r:id="rId4"/>
    <p:sldId id="361" r:id="rId5"/>
    <p:sldId id="394" r:id="rId6"/>
    <p:sldId id="395" r:id="rId7"/>
    <p:sldId id="443" r:id="rId8"/>
    <p:sldId id="399" r:id="rId9"/>
    <p:sldId id="396" r:id="rId10"/>
    <p:sldId id="397" r:id="rId11"/>
    <p:sldId id="400" r:id="rId12"/>
    <p:sldId id="389" r:id="rId13"/>
    <p:sldId id="478" r:id="rId14"/>
    <p:sldId id="392" r:id="rId15"/>
    <p:sldId id="401" r:id="rId16"/>
    <p:sldId id="467" r:id="rId17"/>
    <p:sldId id="496" r:id="rId18"/>
    <p:sldId id="491" r:id="rId19"/>
    <p:sldId id="300" r:id="rId20"/>
    <p:sldId id="334" r:id="rId21"/>
    <p:sldId id="489" r:id="rId22"/>
    <p:sldId id="490" r:id="rId23"/>
    <p:sldId id="492" r:id="rId24"/>
    <p:sldId id="472" r:id="rId25"/>
    <p:sldId id="493" r:id="rId26"/>
    <p:sldId id="476" r:id="rId27"/>
    <p:sldId id="479" r:id="rId28"/>
    <p:sldId id="480" r:id="rId29"/>
    <p:sldId id="481" r:id="rId30"/>
    <p:sldId id="482" r:id="rId31"/>
    <p:sldId id="407" r:id="rId32"/>
    <p:sldId id="386" r:id="rId33"/>
    <p:sldId id="342" r:id="rId34"/>
    <p:sldId id="487" r:id="rId35"/>
    <p:sldId id="495" r:id="rId36"/>
    <p:sldId id="349" r:id="rId37"/>
    <p:sldId id="402" r:id="rId38"/>
    <p:sldId id="403" r:id="rId39"/>
    <p:sldId id="411" r:id="rId40"/>
    <p:sldId id="412" r:id="rId41"/>
    <p:sldId id="441" r:id="rId42"/>
    <p:sldId id="447" r:id="rId43"/>
    <p:sldId id="430" r:id="rId44"/>
    <p:sldId id="424" r:id="rId45"/>
    <p:sldId id="436" r:id="rId46"/>
    <p:sldId id="439" r:id="rId47"/>
    <p:sldId id="440" r:id="rId48"/>
    <p:sldId id="385" r:id="rId49"/>
    <p:sldId id="335" r:id="rId50"/>
    <p:sldId id="388" r:id="rId51"/>
    <p:sldId id="353" r:id="rId52"/>
    <p:sldId id="405" r:id="rId53"/>
    <p:sldId id="406" r:id="rId54"/>
    <p:sldId id="448" r:id="rId55"/>
    <p:sldId id="449" r:id="rId56"/>
    <p:sldId id="450" r:id="rId57"/>
    <p:sldId id="456" r:id="rId58"/>
    <p:sldId id="457" r:id="rId59"/>
    <p:sldId id="459" r:id="rId60"/>
    <p:sldId id="387" r:id="rId61"/>
    <p:sldId id="460" r:id="rId62"/>
    <p:sldId id="461" r:id="rId63"/>
    <p:sldId id="462" r:id="rId64"/>
    <p:sldId id="465" r:id="rId65"/>
    <p:sldId id="466" r:id="rId66"/>
  </p:sldIdLst>
  <p:sldSz cx="9144000" cy="6858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菱川 潤哉" initials="菱川" lastIdx="1" clrIdx="0">
    <p:extLst>
      <p:ext uri="{19B8F6BF-5375-455C-9EA6-DF929625EA0E}">
        <p15:presenceInfo xmlns:p15="http://schemas.microsoft.com/office/powerpoint/2012/main" userId="b44a3c7a895594f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84330"/>
    <a:srgbClr val="008A00"/>
    <a:srgbClr val="F96151"/>
    <a:srgbClr val="EC9A06"/>
    <a:srgbClr val="9900FF"/>
    <a:srgbClr val="6600CC"/>
    <a:srgbClr val="E2AC00"/>
    <a:srgbClr val="8B008B"/>
    <a:srgbClr val="FA8072"/>
    <a:srgbClr val="009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297" autoAdjust="0"/>
  </p:normalViewPr>
  <p:slideViewPr>
    <p:cSldViewPr snapToGrid="0">
      <p:cViewPr>
        <p:scale>
          <a:sx n="49" d="100"/>
          <a:sy n="49" d="100"/>
        </p:scale>
        <p:origin x="1804" y="96"/>
      </p:cViewPr>
      <p:guideLst/>
    </p:cSldViewPr>
  </p:slideViewPr>
  <p:outlineViewPr>
    <p:cViewPr>
      <p:scale>
        <a:sx n="33" d="100"/>
        <a:sy n="33" d="100"/>
      </p:scale>
      <p:origin x="0" y="-144"/>
    </p:cViewPr>
  </p:outlineViewPr>
  <p:notesTextViewPr>
    <p:cViewPr>
      <p:scale>
        <a:sx n="1" d="1"/>
        <a:sy n="1" d="1"/>
      </p:scale>
      <p:origin x="0" y="0"/>
    </p:cViewPr>
  </p:notesTextViewPr>
  <p:notesViewPr>
    <p:cSldViewPr snapToGrid="0">
      <p:cViewPr varScale="1">
        <p:scale>
          <a:sx n="50" d="100"/>
          <a:sy n="50" d="100"/>
        </p:scale>
        <p:origin x="2708" y="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0" i="0" u="none" strike="noStrike" kern="1200" spc="0" baseline="0">
                <a:solidFill>
                  <a:schemeClr val="tx1"/>
                </a:solidFill>
                <a:latin typeface="+mn-lt"/>
                <a:ea typeface="+mn-ea"/>
                <a:cs typeface="+mn-cs"/>
              </a:defRPr>
            </a:pPr>
            <a:r>
              <a:rPr lang="en-US"/>
              <a:t>5</a:t>
            </a:r>
            <a:r>
              <a:rPr lang="ja-JP"/>
              <a:t>人の評価</a:t>
            </a:r>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solidFill>
              <a:latin typeface="+mn-lt"/>
              <a:ea typeface="+mn-ea"/>
              <a:cs typeface="+mn-cs"/>
            </a:defRPr>
          </a:pPr>
          <a:endParaRPr lang="ja-JP"/>
        </a:p>
      </c:txPr>
    </c:title>
    <c:autoTitleDeleted val="0"/>
    <c:plotArea>
      <c:layout>
        <c:manualLayout>
          <c:layoutTarget val="inner"/>
          <c:xMode val="edge"/>
          <c:yMode val="edge"/>
          <c:x val="0.1294003247639042"/>
          <c:y val="0.16258743323280403"/>
          <c:w val="0.85021804117469413"/>
          <c:h val="0.70885119545074671"/>
        </c:manualLayout>
      </c:layout>
      <c:barChart>
        <c:barDir val="col"/>
        <c:grouping val="clustered"/>
        <c:varyColors val="0"/>
        <c:ser>
          <c:idx val="0"/>
          <c:order val="0"/>
          <c:spPr>
            <a:solidFill>
              <a:schemeClr val="accent1"/>
            </a:solidFill>
            <a:ln>
              <a:noFill/>
            </a:ln>
            <a:effectLst/>
          </c:spPr>
          <c:invertIfNegative val="0"/>
          <c:cat>
            <c:strRef>
              <c:f>('フォームの回答 1'!$I$1,'フォームの回答 1'!$R$1,'フォームの回答 1'!$AA$1)</c:f>
              <c:strCache>
                <c:ptCount val="3"/>
                <c:pt idx="0">
                  <c:v>コード1</c:v>
                </c:pt>
                <c:pt idx="1">
                  <c:v>コード2</c:v>
                </c:pt>
                <c:pt idx="2">
                  <c:v>コード3</c:v>
                </c:pt>
              </c:strCache>
            </c:strRef>
          </c:cat>
          <c:val>
            <c:numRef>
              <c:f>('フォームの回答 1'!$I$2,'フォームの回答 1'!$R$2,'フォームの回答 1'!$AA$2)</c:f>
              <c:numCache>
                <c:formatCode>General</c:formatCode>
                <c:ptCount val="3"/>
                <c:pt idx="0">
                  <c:v>5</c:v>
                </c:pt>
                <c:pt idx="1">
                  <c:v>2</c:v>
                </c:pt>
                <c:pt idx="2">
                  <c:v>5</c:v>
                </c:pt>
              </c:numCache>
            </c:numRef>
          </c:val>
          <c:extLst>
            <c:ext xmlns:c16="http://schemas.microsoft.com/office/drawing/2014/chart" uri="{C3380CC4-5D6E-409C-BE32-E72D297353CC}">
              <c16:uniqueId val="{00000000-7CD3-42CC-9566-2E8F663042AB}"/>
            </c:ext>
          </c:extLst>
        </c:ser>
        <c:ser>
          <c:idx val="1"/>
          <c:order val="1"/>
          <c:spPr>
            <a:solidFill>
              <a:schemeClr val="accent2"/>
            </a:solidFill>
            <a:ln>
              <a:noFill/>
            </a:ln>
            <a:effectLst/>
          </c:spPr>
          <c:invertIfNegative val="0"/>
          <c:cat>
            <c:strRef>
              <c:f>('フォームの回答 1'!$I$1,'フォームの回答 1'!$R$1,'フォームの回答 1'!$AA$1)</c:f>
              <c:strCache>
                <c:ptCount val="3"/>
                <c:pt idx="0">
                  <c:v>コード1</c:v>
                </c:pt>
                <c:pt idx="1">
                  <c:v>コード2</c:v>
                </c:pt>
                <c:pt idx="2">
                  <c:v>コード3</c:v>
                </c:pt>
              </c:strCache>
            </c:strRef>
          </c:cat>
          <c:val>
            <c:numRef>
              <c:f>('フォームの回答 1'!$I$3,'フォームの回答 1'!$R$3,'フォームの回答 1'!$AA$3)</c:f>
              <c:numCache>
                <c:formatCode>General</c:formatCode>
                <c:ptCount val="3"/>
                <c:pt idx="0">
                  <c:v>5</c:v>
                </c:pt>
                <c:pt idx="1">
                  <c:v>2</c:v>
                </c:pt>
                <c:pt idx="2">
                  <c:v>4</c:v>
                </c:pt>
              </c:numCache>
            </c:numRef>
          </c:val>
          <c:extLst>
            <c:ext xmlns:c16="http://schemas.microsoft.com/office/drawing/2014/chart" uri="{C3380CC4-5D6E-409C-BE32-E72D297353CC}">
              <c16:uniqueId val="{00000001-7CD3-42CC-9566-2E8F663042AB}"/>
            </c:ext>
          </c:extLst>
        </c:ser>
        <c:ser>
          <c:idx val="2"/>
          <c:order val="2"/>
          <c:spPr>
            <a:solidFill>
              <a:schemeClr val="accent3"/>
            </a:solidFill>
            <a:ln>
              <a:noFill/>
            </a:ln>
            <a:effectLst/>
          </c:spPr>
          <c:invertIfNegative val="0"/>
          <c:cat>
            <c:strRef>
              <c:f>('フォームの回答 1'!$I$1,'フォームの回答 1'!$R$1,'フォームの回答 1'!$AA$1)</c:f>
              <c:strCache>
                <c:ptCount val="3"/>
                <c:pt idx="0">
                  <c:v>コード1</c:v>
                </c:pt>
                <c:pt idx="1">
                  <c:v>コード2</c:v>
                </c:pt>
                <c:pt idx="2">
                  <c:v>コード3</c:v>
                </c:pt>
              </c:strCache>
            </c:strRef>
          </c:cat>
          <c:val>
            <c:numRef>
              <c:f>('フォームの回答 1'!$I$4,'フォームの回答 1'!$R$4,'フォームの回答 1'!$AA$4)</c:f>
              <c:numCache>
                <c:formatCode>General</c:formatCode>
                <c:ptCount val="3"/>
                <c:pt idx="0">
                  <c:v>4</c:v>
                </c:pt>
                <c:pt idx="1">
                  <c:v>1</c:v>
                </c:pt>
                <c:pt idx="2">
                  <c:v>4</c:v>
                </c:pt>
              </c:numCache>
            </c:numRef>
          </c:val>
          <c:extLst>
            <c:ext xmlns:c16="http://schemas.microsoft.com/office/drawing/2014/chart" uri="{C3380CC4-5D6E-409C-BE32-E72D297353CC}">
              <c16:uniqueId val="{00000002-7CD3-42CC-9566-2E8F663042AB}"/>
            </c:ext>
          </c:extLst>
        </c:ser>
        <c:ser>
          <c:idx val="3"/>
          <c:order val="3"/>
          <c:spPr>
            <a:solidFill>
              <a:schemeClr val="accent4"/>
            </a:solidFill>
            <a:ln>
              <a:noFill/>
            </a:ln>
            <a:effectLst/>
          </c:spPr>
          <c:invertIfNegative val="0"/>
          <c:cat>
            <c:strRef>
              <c:f>('フォームの回答 1'!$I$1,'フォームの回答 1'!$R$1,'フォームの回答 1'!$AA$1)</c:f>
              <c:strCache>
                <c:ptCount val="3"/>
                <c:pt idx="0">
                  <c:v>コード1</c:v>
                </c:pt>
                <c:pt idx="1">
                  <c:v>コード2</c:v>
                </c:pt>
                <c:pt idx="2">
                  <c:v>コード3</c:v>
                </c:pt>
              </c:strCache>
            </c:strRef>
          </c:cat>
          <c:val>
            <c:numRef>
              <c:f>('フォームの回答 1'!$I$5,'フォームの回答 1'!$R$5,'フォームの回答 1'!$AA$5)</c:f>
              <c:numCache>
                <c:formatCode>General</c:formatCode>
                <c:ptCount val="3"/>
                <c:pt idx="0">
                  <c:v>5</c:v>
                </c:pt>
                <c:pt idx="1">
                  <c:v>2</c:v>
                </c:pt>
                <c:pt idx="2">
                  <c:v>3</c:v>
                </c:pt>
              </c:numCache>
            </c:numRef>
          </c:val>
          <c:extLst>
            <c:ext xmlns:c16="http://schemas.microsoft.com/office/drawing/2014/chart" uri="{C3380CC4-5D6E-409C-BE32-E72D297353CC}">
              <c16:uniqueId val="{00000003-7CD3-42CC-9566-2E8F663042AB}"/>
            </c:ext>
          </c:extLst>
        </c:ser>
        <c:ser>
          <c:idx val="4"/>
          <c:order val="4"/>
          <c:spPr>
            <a:solidFill>
              <a:schemeClr val="accent5"/>
            </a:solidFill>
            <a:ln>
              <a:noFill/>
            </a:ln>
            <a:effectLst/>
          </c:spPr>
          <c:invertIfNegative val="0"/>
          <c:cat>
            <c:strRef>
              <c:f>('フォームの回答 1'!$I$1,'フォームの回答 1'!$R$1,'フォームの回答 1'!$AA$1)</c:f>
              <c:strCache>
                <c:ptCount val="3"/>
                <c:pt idx="0">
                  <c:v>コード1</c:v>
                </c:pt>
                <c:pt idx="1">
                  <c:v>コード2</c:v>
                </c:pt>
                <c:pt idx="2">
                  <c:v>コード3</c:v>
                </c:pt>
              </c:strCache>
            </c:strRef>
          </c:cat>
          <c:val>
            <c:numRef>
              <c:f>('フォームの回答 1'!$I$6,'フォームの回答 1'!$R$6,'フォームの回答 1'!$AA$6)</c:f>
              <c:numCache>
                <c:formatCode>General</c:formatCode>
                <c:ptCount val="3"/>
                <c:pt idx="0">
                  <c:v>5</c:v>
                </c:pt>
                <c:pt idx="1">
                  <c:v>2</c:v>
                </c:pt>
                <c:pt idx="2">
                  <c:v>3</c:v>
                </c:pt>
              </c:numCache>
            </c:numRef>
          </c:val>
          <c:extLst>
            <c:ext xmlns:c16="http://schemas.microsoft.com/office/drawing/2014/chart" uri="{C3380CC4-5D6E-409C-BE32-E72D297353CC}">
              <c16:uniqueId val="{00000004-7CD3-42CC-9566-2E8F663042AB}"/>
            </c:ext>
          </c:extLst>
        </c:ser>
        <c:dLbls>
          <c:showLegendKey val="0"/>
          <c:showVal val="0"/>
          <c:showCatName val="0"/>
          <c:showSerName val="0"/>
          <c:showPercent val="0"/>
          <c:showBubbleSize val="0"/>
        </c:dLbls>
        <c:gapWidth val="219"/>
        <c:overlap val="-27"/>
        <c:axId val="332768368"/>
        <c:axId val="332763776"/>
      </c:barChart>
      <c:catAx>
        <c:axId val="332768368"/>
        <c:scaling>
          <c:orientation val="minMax"/>
        </c:scaling>
        <c:delete val="0"/>
        <c:axPos val="b"/>
        <c:numFmt formatCode="General" sourceLinked="1"/>
        <c:majorTickMark val="none"/>
        <c:minorTickMark val="none"/>
        <c:tickLblPos val="nextTo"/>
        <c:spPr>
          <a:noFill/>
          <a:ln w="28575" cap="flat" cmpd="sng" algn="ctr">
            <a:solidFill>
              <a:sysClr val="windowText" lastClr="000000"/>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crossAx val="332763776"/>
        <c:crossesAt val="0"/>
        <c:auto val="1"/>
        <c:lblAlgn val="ctr"/>
        <c:lblOffset val="100"/>
        <c:noMultiLvlLbl val="0"/>
      </c:catAx>
      <c:valAx>
        <c:axId val="332763776"/>
        <c:scaling>
          <c:orientation val="minMax"/>
          <c:max val="5"/>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ja-JP" altLang="ja-JP" sz="2000" b="0" i="0" baseline="0" dirty="0">
                    <a:effectLst/>
                  </a:rPr>
                  <a:t>可読性の評価値</a:t>
                </a:r>
                <a:endParaRPr lang="ja-JP" altLang="ja-JP" sz="2400" dirty="0">
                  <a:effectLst/>
                </a:endParaRP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title>
        <c:numFmt formatCode="General" sourceLinked="1"/>
        <c:majorTickMark val="in"/>
        <c:minorTickMark val="none"/>
        <c:tickLblPos val="nextTo"/>
        <c:spPr>
          <a:noFill/>
          <a:ln w="28575">
            <a:solidFill>
              <a:sysClr val="windowText" lastClr="000000"/>
            </a:solidFill>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crossAx val="332768368"/>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solidFill>
            <a:schemeClr val="tx1"/>
          </a:solidFill>
        </a:defRPr>
      </a:pPr>
      <a:endParaRPr lang="ja-JP"/>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chemeClr val="accent1"/>
            </a:solidFill>
            <a:ln>
              <a:noFill/>
            </a:ln>
            <a:effectLst/>
          </c:spPr>
          <c:invertIfNegative val="0"/>
          <c:cat>
            <c:strRef>
              <c:f>'フォームの回答 1'!$G$1:$P$1</c:f>
              <c:strCache>
                <c:ptCount val="10"/>
                <c:pt idx="0">
                  <c:v>101-1</c:v>
                </c:pt>
                <c:pt idx="1">
                  <c:v>101-2</c:v>
                </c:pt>
                <c:pt idx="2">
                  <c:v>101-3</c:v>
                </c:pt>
                <c:pt idx="3">
                  <c:v>101-4</c:v>
                </c:pt>
                <c:pt idx="4">
                  <c:v>101-5</c:v>
                </c:pt>
                <c:pt idx="5">
                  <c:v>101-6</c:v>
                </c:pt>
                <c:pt idx="6">
                  <c:v>101-7</c:v>
                </c:pt>
                <c:pt idx="7">
                  <c:v>101-8</c:v>
                </c:pt>
                <c:pt idx="8">
                  <c:v>101-9</c:v>
                </c:pt>
                <c:pt idx="9">
                  <c:v>101-10</c:v>
                </c:pt>
              </c:strCache>
            </c:strRef>
          </c:cat>
          <c:val>
            <c:numRef>
              <c:f>'フォームの回答 1'!$G$2:$P$2</c:f>
              <c:numCache>
                <c:formatCode>General</c:formatCode>
                <c:ptCount val="10"/>
                <c:pt idx="0">
                  <c:v>5</c:v>
                </c:pt>
                <c:pt idx="1">
                  <c:v>3</c:v>
                </c:pt>
                <c:pt idx="2">
                  <c:v>5</c:v>
                </c:pt>
                <c:pt idx="3">
                  <c:v>5</c:v>
                </c:pt>
                <c:pt idx="4">
                  <c:v>1</c:v>
                </c:pt>
                <c:pt idx="5">
                  <c:v>5</c:v>
                </c:pt>
                <c:pt idx="6">
                  <c:v>2</c:v>
                </c:pt>
                <c:pt idx="7">
                  <c:v>4</c:v>
                </c:pt>
                <c:pt idx="8">
                  <c:v>4</c:v>
                </c:pt>
                <c:pt idx="9">
                  <c:v>4</c:v>
                </c:pt>
              </c:numCache>
            </c:numRef>
          </c:val>
          <c:extLst>
            <c:ext xmlns:c16="http://schemas.microsoft.com/office/drawing/2014/chart" uri="{C3380CC4-5D6E-409C-BE32-E72D297353CC}">
              <c16:uniqueId val="{00000000-EE6C-4895-BCD3-96DDA62A4F53}"/>
            </c:ext>
          </c:extLst>
        </c:ser>
        <c:ser>
          <c:idx val="1"/>
          <c:order val="1"/>
          <c:spPr>
            <a:solidFill>
              <a:schemeClr val="accent2"/>
            </a:solidFill>
            <a:ln>
              <a:noFill/>
            </a:ln>
            <a:effectLst/>
          </c:spPr>
          <c:invertIfNegative val="0"/>
          <c:cat>
            <c:strRef>
              <c:f>'フォームの回答 1'!$G$1:$P$1</c:f>
              <c:strCache>
                <c:ptCount val="10"/>
                <c:pt idx="0">
                  <c:v>101-1</c:v>
                </c:pt>
                <c:pt idx="1">
                  <c:v>101-2</c:v>
                </c:pt>
                <c:pt idx="2">
                  <c:v>101-3</c:v>
                </c:pt>
                <c:pt idx="3">
                  <c:v>101-4</c:v>
                </c:pt>
                <c:pt idx="4">
                  <c:v>101-5</c:v>
                </c:pt>
                <c:pt idx="5">
                  <c:v>101-6</c:v>
                </c:pt>
                <c:pt idx="6">
                  <c:v>101-7</c:v>
                </c:pt>
                <c:pt idx="7">
                  <c:v>101-8</c:v>
                </c:pt>
                <c:pt idx="8">
                  <c:v>101-9</c:v>
                </c:pt>
                <c:pt idx="9">
                  <c:v>101-10</c:v>
                </c:pt>
              </c:strCache>
            </c:strRef>
          </c:cat>
          <c:val>
            <c:numRef>
              <c:f>'フォームの回答 1'!$G$3:$P$3</c:f>
              <c:numCache>
                <c:formatCode>General</c:formatCode>
                <c:ptCount val="10"/>
                <c:pt idx="0">
                  <c:v>4</c:v>
                </c:pt>
                <c:pt idx="1">
                  <c:v>2</c:v>
                </c:pt>
                <c:pt idx="2">
                  <c:v>5</c:v>
                </c:pt>
                <c:pt idx="3">
                  <c:v>3</c:v>
                </c:pt>
                <c:pt idx="4">
                  <c:v>3</c:v>
                </c:pt>
                <c:pt idx="5">
                  <c:v>2</c:v>
                </c:pt>
                <c:pt idx="6">
                  <c:v>5</c:v>
                </c:pt>
                <c:pt idx="7">
                  <c:v>5</c:v>
                </c:pt>
                <c:pt idx="8">
                  <c:v>5</c:v>
                </c:pt>
                <c:pt idx="9">
                  <c:v>4</c:v>
                </c:pt>
              </c:numCache>
            </c:numRef>
          </c:val>
          <c:extLst>
            <c:ext xmlns:c16="http://schemas.microsoft.com/office/drawing/2014/chart" uri="{C3380CC4-5D6E-409C-BE32-E72D297353CC}">
              <c16:uniqueId val="{00000001-EE6C-4895-BCD3-96DDA62A4F53}"/>
            </c:ext>
          </c:extLst>
        </c:ser>
        <c:ser>
          <c:idx val="2"/>
          <c:order val="2"/>
          <c:spPr>
            <a:solidFill>
              <a:schemeClr val="accent3"/>
            </a:solidFill>
            <a:ln>
              <a:noFill/>
            </a:ln>
            <a:effectLst/>
          </c:spPr>
          <c:invertIfNegative val="0"/>
          <c:cat>
            <c:strRef>
              <c:f>'フォームの回答 1'!$G$1:$P$1</c:f>
              <c:strCache>
                <c:ptCount val="10"/>
                <c:pt idx="0">
                  <c:v>101-1</c:v>
                </c:pt>
                <c:pt idx="1">
                  <c:v>101-2</c:v>
                </c:pt>
                <c:pt idx="2">
                  <c:v>101-3</c:v>
                </c:pt>
                <c:pt idx="3">
                  <c:v>101-4</c:v>
                </c:pt>
                <c:pt idx="4">
                  <c:v>101-5</c:v>
                </c:pt>
                <c:pt idx="5">
                  <c:v>101-6</c:v>
                </c:pt>
                <c:pt idx="6">
                  <c:v>101-7</c:v>
                </c:pt>
                <c:pt idx="7">
                  <c:v>101-8</c:v>
                </c:pt>
                <c:pt idx="8">
                  <c:v>101-9</c:v>
                </c:pt>
                <c:pt idx="9">
                  <c:v>101-10</c:v>
                </c:pt>
              </c:strCache>
            </c:strRef>
          </c:cat>
          <c:val>
            <c:numRef>
              <c:f>'フォームの回答 1'!$G$4:$P$4</c:f>
              <c:numCache>
                <c:formatCode>General</c:formatCode>
                <c:ptCount val="10"/>
                <c:pt idx="0">
                  <c:v>3</c:v>
                </c:pt>
                <c:pt idx="1">
                  <c:v>2</c:v>
                </c:pt>
                <c:pt idx="2">
                  <c:v>4</c:v>
                </c:pt>
                <c:pt idx="3">
                  <c:v>4</c:v>
                </c:pt>
                <c:pt idx="4">
                  <c:v>1</c:v>
                </c:pt>
                <c:pt idx="5">
                  <c:v>4</c:v>
                </c:pt>
                <c:pt idx="6">
                  <c:v>4</c:v>
                </c:pt>
                <c:pt idx="7">
                  <c:v>5</c:v>
                </c:pt>
                <c:pt idx="8">
                  <c:v>2</c:v>
                </c:pt>
                <c:pt idx="9">
                  <c:v>3</c:v>
                </c:pt>
              </c:numCache>
            </c:numRef>
          </c:val>
          <c:extLst>
            <c:ext xmlns:c16="http://schemas.microsoft.com/office/drawing/2014/chart" uri="{C3380CC4-5D6E-409C-BE32-E72D297353CC}">
              <c16:uniqueId val="{00000002-EE6C-4895-BCD3-96DDA62A4F53}"/>
            </c:ext>
          </c:extLst>
        </c:ser>
        <c:ser>
          <c:idx val="3"/>
          <c:order val="3"/>
          <c:spPr>
            <a:solidFill>
              <a:schemeClr val="accent4"/>
            </a:solidFill>
            <a:ln>
              <a:noFill/>
            </a:ln>
            <a:effectLst/>
          </c:spPr>
          <c:invertIfNegative val="0"/>
          <c:cat>
            <c:strRef>
              <c:f>'フォームの回答 1'!$G$1:$P$1</c:f>
              <c:strCache>
                <c:ptCount val="10"/>
                <c:pt idx="0">
                  <c:v>101-1</c:v>
                </c:pt>
                <c:pt idx="1">
                  <c:v>101-2</c:v>
                </c:pt>
                <c:pt idx="2">
                  <c:v>101-3</c:v>
                </c:pt>
                <c:pt idx="3">
                  <c:v>101-4</c:v>
                </c:pt>
                <c:pt idx="4">
                  <c:v>101-5</c:v>
                </c:pt>
                <c:pt idx="5">
                  <c:v>101-6</c:v>
                </c:pt>
                <c:pt idx="6">
                  <c:v>101-7</c:v>
                </c:pt>
                <c:pt idx="7">
                  <c:v>101-8</c:v>
                </c:pt>
                <c:pt idx="8">
                  <c:v>101-9</c:v>
                </c:pt>
                <c:pt idx="9">
                  <c:v>101-10</c:v>
                </c:pt>
              </c:strCache>
            </c:strRef>
          </c:cat>
          <c:val>
            <c:numRef>
              <c:f>'フォームの回答 1'!$G$5:$P$5</c:f>
              <c:numCache>
                <c:formatCode>General</c:formatCode>
                <c:ptCount val="10"/>
                <c:pt idx="0">
                  <c:v>4</c:v>
                </c:pt>
                <c:pt idx="1">
                  <c:v>3</c:v>
                </c:pt>
                <c:pt idx="2">
                  <c:v>5</c:v>
                </c:pt>
                <c:pt idx="3">
                  <c:v>4</c:v>
                </c:pt>
                <c:pt idx="4">
                  <c:v>2</c:v>
                </c:pt>
                <c:pt idx="5">
                  <c:v>5</c:v>
                </c:pt>
                <c:pt idx="6">
                  <c:v>4</c:v>
                </c:pt>
                <c:pt idx="7">
                  <c:v>5</c:v>
                </c:pt>
                <c:pt idx="8">
                  <c:v>3</c:v>
                </c:pt>
                <c:pt idx="9">
                  <c:v>3</c:v>
                </c:pt>
              </c:numCache>
            </c:numRef>
          </c:val>
          <c:extLst>
            <c:ext xmlns:c16="http://schemas.microsoft.com/office/drawing/2014/chart" uri="{C3380CC4-5D6E-409C-BE32-E72D297353CC}">
              <c16:uniqueId val="{00000003-EE6C-4895-BCD3-96DDA62A4F53}"/>
            </c:ext>
          </c:extLst>
        </c:ser>
        <c:ser>
          <c:idx val="4"/>
          <c:order val="4"/>
          <c:spPr>
            <a:solidFill>
              <a:schemeClr val="accent5"/>
            </a:solidFill>
            <a:ln>
              <a:noFill/>
            </a:ln>
            <a:effectLst/>
          </c:spPr>
          <c:invertIfNegative val="0"/>
          <c:cat>
            <c:strRef>
              <c:f>'フォームの回答 1'!$G$1:$P$1</c:f>
              <c:strCache>
                <c:ptCount val="10"/>
                <c:pt idx="0">
                  <c:v>101-1</c:v>
                </c:pt>
                <c:pt idx="1">
                  <c:v>101-2</c:v>
                </c:pt>
                <c:pt idx="2">
                  <c:v>101-3</c:v>
                </c:pt>
                <c:pt idx="3">
                  <c:v>101-4</c:v>
                </c:pt>
                <c:pt idx="4">
                  <c:v>101-5</c:v>
                </c:pt>
                <c:pt idx="5">
                  <c:v>101-6</c:v>
                </c:pt>
                <c:pt idx="6">
                  <c:v>101-7</c:v>
                </c:pt>
                <c:pt idx="7">
                  <c:v>101-8</c:v>
                </c:pt>
                <c:pt idx="8">
                  <c:v>101-9</c:v>
                </c:pt>
                <c:pt idx="9">
                  <c:v>101-10</c:v>
                </c:pt>
              </c:strCache>
            </c:strRef>
          </c:cat>
          <c:val>
            <c:numRef>
              <c:f>'フォームの回答 1'!$G$6:$P$6</c:f>
              <c:numCache>
                <c:formatCode>General</c:formatCode>
                <c:ptCount val="10"/>
                <c:pt idx="0">
                  <c:v>2</c:v>
                </c:pt>
                <c:pt idx="1">
                  <c:v>2</c:v>
                </c:pt>
                <c:pt idx="2">
                  <c:v>5</c:v>
                </c:pt>
                <c:pt idx="3">
                  <c:v>3</c:v>
                </c:pt>
                <c:pt idx="4">
                  <c:v>3</c:v>
                </c:pt>
                <c:pt idx="5">
                  <c:v>2</c:v>
                </c:pt>
                <c:pt idx="6">
                  <c:v>5</c:v>
                </c:pt>
                <c:pt idx="7">
                  <c:v>3</c:v>
                </c:pt>
                <c:pt idx="8">
                  <c:v>3</c:v>
                </c:pt>
                <c:pt idx="9">
                  <c:v>5</c:v>
                </c:pt>
              </c:numCache>
            </c:numRef>
          </c:val>
          <c:extLst>
            <c:ext xmlns:c16="http://schemas.microsoft.com/office/drawing/2014/chart" uri="{C3380CC4-5D6E-409C-BE32-E72D297353CC}">
              <c16:uniqueId val="{00000004-EE6C-4895-BCD3-96DDA62A4F53}"/>
            </c:ext>
          </c:extLst>
        </c:ser>
        <c:dLbls>
          <c:showLegendKey val="0"/>
          <c:showVal val="0"/>
          <c:showCatName val="0"/>
          <c:showSerName val="0"/>
          <c:showPercent val="0"/>
          <c:showBubbleSize val="0"/>
        </c:dLbls>
        <c:gapWidth val="219"/>
        <c:overlap val="-27"/>
        <c:axId val="426276968"/>
        <c:axId val="426277296"/>
      </c:barChart>
      <c:catAx>
        <c:axId val="426276968"/>
        <c:scaling>
          <c:orientation val="minMax"/>
        </c:scaling>
        <c:delete val="0"/>
        <c:axPos val="b"/>
        <c:title>
          <c:tx>
            <c:rich>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ja-JP"/>
                  <a:t>コード</a:t>
                </a:r>
              </a:p>
            </c:rich>
          </c:tx>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28575" cap="flat" cmpd="sng" algn="ctr">
            <a:solidFill>
              <a:sysClr val="windowText" lastClr="000000"/>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crossAx val="426277296"/>
        <c:crosses val="autoZero"/>
        <c:auto val="1"/>
        <c:lblAlgn val="ctr"/>
        <c:lblOffset val="100"/>
        <c:noMultiLvlLbl val="0"/>
      </c:catAx>
      <c:valAx>
        <c:axId val="426277296"/>
        <c:scaling>
          <c:orientation val="minMax"/>
          <c:max val="5"/>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ja-JP" altLang="en-US" dirty="0"/>
                  <a:t>可読性の評価値</a:t>
                </a:r>
                <a:endParaRPr lang="ja-JP" dirty="0"/>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title>
        <c:numFmt formatCode="General" sourceLinked="1"/>
        <c:majorTickMark val="in"/>
        <c:minorTickMark val="none"/>
        <c:tickLblPos val="nextTo"/>
        <c:spPr>
          <a:noFill/>
          <a:ln w="28575">
            <a:solidFill>
              <a:sysClr val="windowText" lastClr="000000"/>
            </a:solidFill>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crossAx val="426276968"/>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solidFill>
            <a:schemeClr val="tx1"/>
          </a:solidFill>
        </a:defRPr>
      </a:pPr>
      <a:endParaRPr lang="ja-JP"/>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chemeClr val="accent1"/>
            </a:solidFill>
            <a:ln>
              <a:noFill/>
            </a:ln>
            <a:effectLst/>
          </c:spPr>
          <c:invertIfNegative val="0"/>
          <c:cat>
            <c:strRef>
              <c:f>'フォームの回答 1'!$Q$1:$Z$1</c:f>
              <c:strCache>
                <c:ptCount val="10"/>
                <c:pt idx="0">
                  <c:v>102-1</c:v>
                </c:pt>
                <c:pt idx="1">
                  <c:v>102-2</c:v>
                </c:pt>
                <c:pt idx="2">
                  <c:v>102-3</c:v>
                </c:pt>
                <c:pt idx="3">
                  <c:v>102-4</c:v>
                </c:pt>
                <c:pt idx="4">
                  <c:v>102-5</c:v>
                </c:pt>
                <c:pt idx="5">
                  <c:v>102-6</c:v>
                </c:pt>
                <c:pt idx="6">
                  <c:v>102-7</c:v>
                </c:pt>
                <c:pt idx="7">
                  <c:v>102-8</c:v>
                </c:pt>
                <c:pt idx="8">
                  <c:v>102-9</c:v>
                </c:pt>
                <c:pt idx="9">
                  <c:v>102-10</c:v>
                </c:pt>
              </c:strCache>
            </c:strRef>
          </c:cat>
          <c:val>
            <c:numRef>
              <c:f>'フォームの回答 1'!$Q$2:$Z$2</c:f>
              <c:numCache>
                <c:formatCode>General</c:formatCode>
                <c:ptCount val="10"/>
                <c:pt idx="0">
                  <c:v>5</c:v>
                </c:pt>
                <c:pt idx="1">
                  <c:v>2</c:v>
                </c:pt>
                <c:pt idx="2">
                  <c:v>1</c:v>
                </c:pt>
                <c:pt idx="3">
                  <c:v>2</c:v>
                </c:pt>
                <c:pt idx="4">
                  <c:v>1</c:v>
                </c:pt>
                <c:pt idx="5">
                  <c:v>2</c:v>
                </c:pt>
                <c:pt idx="6">
                  <c:v>4</c:v>
                </c:pt>
                <c:pt idx="7">
                  <c:v>5</c:v>
                </c:pt>
                <c:pt idx="8">
                  <c:v>5</c:v>
                </c:pt>
                <c:pt idx="9">
                  <c:v>1</c:v>
                </c:pt>
              </c:numCache>
            </c:numRef>
          </c:val>
          <c:extLst>
            <c:ext xmlns:c16="http://schemas.microsoft.com/office/drawing/2014/chart" uri="{C3380CC4-5D6E-409C-BE32-E72D297353CC}">
              <c16:uniqueId val="{00000000-67BB-45D7-A50E-AEF1C5D02E7B}"/>
            </c:ext>
          </c:extLst>
        </c:ser>
        <c:ser>
          <c:idx val="1"/>
          <c:order val="1"/>
          <c:spPr>
            <a:solidFill>
              <a:schemeClr val="accent2"/>
            </a:solidFill>
            <a:ln>
              <a:noFill/>
            </a:ln>
            <a:effectLst/>
          </c:spPr>
          <c:invertIfNegative val="0"/>
          <c:cat>
            <c:strRef>
              <c:f>'フォームの回答 1'!$Q$1:$Z$1</c:f>
              <c:strCache>
                <c:ptCount val="10"/>
                <c:pt idx="0">
                  <c:v>102-1</c:v>
                </c:pt>
                <c:pt idx="1">
                  <c:v>102-2</c:v>
                </c:pt>
                <c:pt idx="2">
                  <c:v>102-3</c:v>
                </c:pt>
                <c:pt idx="3">
                  <c:v>102-4</c:v>
                </c:pt>
                <c:pt idx="4">
                  <c:v>102-5</c:v>
                </c:pt>
                <c:pt idx="5">
                  <c:v>102-6</c:v>
                </c:pt>
                <c:pt idx="6">
                  <c:v>102-7</c:v>
                </c:pt>
                <c:pt idx="7">
                  <c:v>102-8</c:v>
                </c:pt>
                <c:pt idx="8">
                  <c:v>102-9</c:v>
                </c:pt>
                <c:pt idx="9">
                  <c:v>102-10</c:v>
                </c:pt>
              </c:strCache>
            </c:strRef>
          </c:cat>
          <c:val>
            <c:numRef>
              <c:f>'フォームの回答 1'!$Q$3:$Z$3</c:f>
              <c:numCache>
                <c:formatCode>General</c:formatCode>
                <c:ptCount val="10"/>
                <c:pt idx="0">
                  <c:v>3</c:v>
                </c:pt>
                <c:pt idx="1">
                  <c:v>2</c:v>
                </c:pt>
                <c:pt idx="2">
                  <c:v>3</c:v>
                </c:pt>
                <c:pt idx="3">
                  <c:v>3</c:v>
                </c:pt>
                <c:pt idx="4">
                  <c:v>3</c:v>
                </c:pt>
                <c:pt idx="5">
                  <c:v>2</c:v>
                </c:pt>
                <c:pt idx="6">
                  <c:v>4</c:v>
                </c:pt>
                <c:pt idx="7">
                  <c:v>5</c:v>
                </c:pt>
                <c:pt idx="8">
                  <c:v>3</c:v>
                </c:pt>
                <c:pt idx="9">
                  <c:v>4</c:v>
                </c:pt>
              </c:numCache>
            </c:numRef>
          </c:val>
          <c:extLst>
            <c:ext xmlns:c16="http://schemas.microsoft.com/office/drawing/2014/chart" uri="{C3380CC4-5D6E-409C-BE32-E72D297353CC}">
              <c16:uniqueId val="{00000001-67BB-45D7-A50E-AEF1C5D02E7B}"/>
            </c:ext>
          </c:extLst>
        </c:ser>
        <c:ser>
          <c:idx val="2"/>
          <c:order val="2"/>
          <c:spPr>
            <a:solidFill>
              <a:schemeClr val="accent3"/>
            </a:solidFill>
            <a:ln>
              <a:noFill/>
            </a:ln>
            <a:effectLst/>
          </c:spPr>
          <c:invertIfNegative val="0"/>
          <c:cat>
            <c:strRef>
              <c:f>'フォームの回答 1'!$Q$1:$Z$1</c:f>
              <c:strCache>
                <c:ptCount val="10"/>
                <c:pt idx="0">
                  <c:v>102-1</c:v>
                </c:pt>
                <c:pt idx="1">
                  <c:v>102-2</c:v>
                </c:pt>
                <c:pt idx="2">
                  <c:v>102-3</c:v>
                </c:pt>
                <c:pt idx="3">
                  <c:v>102-4</c:v>
                </c:pt>
                <c:pt idx="4">
                  <c:v>102-5</c:v>
                </c:pt>
                <c:pt idx="5">
                  <c:v>102-6</c:v>
                </c:pt>
                <c:pt idx="6">
                  <c:v>102-7</c:v>
                </c:pt>
                <c:pt idx="7">
                  <c:v>102-8</c:v>
                </c:pt>
                <c:pt idx="8">
                  <c:v>102-9</c:v>
                </c:pt>
                <c:pt idx="9">
                  <c:v>102-10</c:v>
                </c:pt>
              </c:strCache>
            </c:strRef>
          </c:cat>
          <c:val>
            <c:numRef>
              <c:f>'フォームの回答 1'!$Q$4:$Z$4</c:f>
              <c:numCache>
                <c:formatCode>General</c:formatCode>
                <c:ptCount val="10"/>
                <c:pt idx="0">
                  <c:v>2</c:v>
                </c:pt>
                <c:pt idx="1">
                  <c:v>1</c:v>
                </c:pt>
                <c:pt idx="2">
                  <c:v>3</c:v>
                </c:pt>
                <c:pt idx="3">
                  <c:v>2</c:v>
                </c:pt>
                <c:pt idx="4">
                  <c:v>2</c:v>
                </c:pt>
                <c:pt idx="5">
                  <c:v>3</c:v>
                </c:pt>
                <c:pt idx="6">
                  <c:v>4</c:v>
                </c:pt>
                <c:pt idx="7">
                  <c:v>4</c:v>
                </c:pt>
                <c:pt idx="8">
                  <c:v>5</c:v>
                </c:pt>
                <c:pt idx="9">
                  <c:v>2</c:v>
                </c:pt>
              </c:numCache>
            </c:numRef>
          </c:val>
          <c:extLst>
            <c:ext xmlns:c16="http://schemas.microsoft.com/office/drawing/2014/chart" uri="{C3380CC4-5D6E-409C-BE32-E72D297353CC}">
              <c16:uniqueId val="{00000002-67BB-45D7-A50E-AEF1C5D02E7B}"/>
            </c:ext>
          </c:extLst>
        </c:ser>
        <c:ser>
          <c:idx val="3"/>
          <c:order val="3"/>
          <c:spPr>
            <a:solidFill>
              <a:schemeClr val="accent4"/>
            </a:solidFill>
            <a:ln>
              <a:noFill/>
            </a:ln>
            <a:effectLst/>
          </c:spPr>
          <c:invertIfNegative val="0"/>
          <c:cat>
            <c:strRef>
              <c:f>'フォームの回答 1'!$Q$1:$Z$1</c:f>
              <c:strCache>
                <c:ptCount val="10"/>
                <c:pt idx="0">
                  <c:v>102-1</c:v>
                </c:pt>
                <c:pt idx="1">
                  <c:v>102-2</c:v>
                </c:pt>
                <c:pt idx="2">
                  <c:v>102-3</c:v>
                </c:pt>
                <c:pt idx="3">
                  <c:v>102-4</c:v>
                </c:pt>
                <c:pt idx="4">
                  <c:v>102-5</c:v>
                </c:pt>
                <c:pt idx="5">
                  <c:v>102-6</c:v>
                </c:pt>
                <c:pt idx="6">
                  <c:v>102-7</c:v>
                </c:pt>
                <c:pt idx="7">
                  <c:v>102-8</c:v>
                </c:pt>
                <c:pt idx="8">
                  <c:v>102-9</c:v>
                </c:pt>
                <c:pt idx="9">
                  <c:v>102-10</c:v>
                </c:pt>
              </c:strCache>
            </c:strRef>
          </c:cat>
          <c:val>
            <c:numRef>
              <c:f>'フォームの回答 1'!$Q$5:$Z$5</c:f>
              <c:numCache>
                <c:formatCode>General</c:formatCode>
                <c:ptCount val="10"/>
                <c:pt idx="0">
                  <c:v>5</c:v>
                </c:pt>
                <c:pt idx="1">
                  <c:v>2</c:v>
                </c:pt>
                <c:pt idx="2">
                  <c:v>4</c:v>
                </c:pt>
                <c:pt idx="3">
                  <c:v>2</c:v>
                </c:pt>
                <c:pt idx="4">
                  <c:v>3</c:v>
                </c:pt>
                <c:pt idx="5">
                  <c:v>4</c:v>
                </c:pt>
                <c:pt idx="6">
                  <c:v>5</c:v>
                </c:pt>
                <c:pt idx="7">
                  <c:v>5</c:v>
                </c:pt>
                <c:pt idx="8">
                  <c:v>5</c:v>
                </c:pt>
                <c:pt idx="9">
                  <c:v>3</c:v>
                </c:pt>
              </c:numCache>
            </c:numRef>
          </c:val>
          <c:extLst>
            <c:ext xmlns:c16="http://schemas.microsoft.com/office/drawing/2014/chart" uri="{C3380CC4-5D6E-409C-BE32-E72D297353CC}">
              <c16:uniqueId val="{00000003-67BB-45D7-A50E-AEF1C5D02E7B}"/>
            </c:ext>
          </c:extLst>
        </c:ser>
        <c:ser>
          <c:idx val="4"/>
          <c:order val="4"/>
          <c:spPr>
            <a:solidFill>
              <a:schemeClr val="accent5"/>
            </a:solidFill>
            <a:ln>
              <a:noFill/>
            </a:ln>
            <a:effectLst/>
          </c:spPr>
          <c:invertIfNegative val="0"/>
          <c:cat>
            <c:strRef>
              <c:f>'フォームの回答 1'!$Q$1:$Z$1</c:f>
              <c:strCache>
                <c:ptCount val="10"/>
                <c:pt idx="0">
                  <c:v>102-1</c:v>
                </c:pt>
                <c:pt idx="1">
                  <c:v>102-2</c:v>
                </c:pt>
                <c:pt idx="2">
                  <c:v>102-3</c:v>
                </c:pt>
                <c:pt idx="3">
                  <c:v>102-4</c:v>
                </c:pt>
                <c:pt idx="4">
                  <c:v>102-5</c:v>
                </c:pt>
                <c:pt idx="5">
                  <c:v>102-6</c:v>
                </c:pt>
                <c:pt idx="6">
                  <c:v>102-7</c:v>
                </c:pt>
                <c:pt idx="7">
                  <c:v>102-8</c:v>
                </c:pt>
                <c:pt idx="8">
                  <c:v>102-9</c:v>
                </c:pt>
                <c:pt idx="9">
                  <c:v>102-10</c:v>
                </c:pt>
              </c:strCache>
            </c:strRef>
          </c:cat>
          <c:val>
            <c:numRef>
              <c:f>'フォームの回答 1'!$Q$6:$Z$6</c:f>
              <c:numCache>
                <c:formatCode>General</c:formatCode>
                <c:ptCount val="10"/>
                <c:pt idx="0">
                  <c:v>2</c:v>
                </c:pt>
                <c:pt idx="1">
                  <c:v>2</c:v>
                </c:pt>
                <c:pt idx="2">
                  <c:v>5</c:v>
                </c:pt>
                <c:pt idx="3">
                  <c:v>2</c:v>
                </c:pt>
                <c:pt idx="4">
                  <c:v>4</c:v>
                </c:pt>
                <c:pt idx="5">
                  <c:v>3</c:v>
                </c:pt>
                <c:pt idx="6">
                  <c:v>4</c:v>
                </c:pt>
                <c:pt idx="7">
                  <c:v>4</c:v>
                </c:pt>
                <c:pt idx="8">
                  <c:v>2</c:v>
                </c:pt>
                <c:pt idx="9">
                  <c:v>5</c:v>
                </c:pt>
              </c:numCache>
            </c:numRef>
          </c:val>
          <c:extLst>
            <c:ext xmlns:c16="http://schemas.microsoft.com/office/drawing/2014/chart" uri="{C3380CC4-5D6E-409C-BE32-E72D297353CC}">
              <c16:uniqueId val="{00000004-67BB-45D7-A50E-AEF1C5D02E7B}"/>
            </c:ext>
          </c:extLst>
        </c:ser>
        <c:dLbls>
          <c:showLegendKey val="0"/>
          <c:showVal val="0"/>
          <c:showCatName val="0"/>
          <c:showSerName val="0"/>
          <c:showPercent val="0"/>
          <c:showBubbleSize val="0"/>
        </c:dLbls>
        <c:gapWidth val="219"/>
        <c:overlap val="-27"/>
        <c:axId val="628155856"/>
        <c:axId val="628156512"/>
      </c:barChart>
      <c:catAx>
        <c:axId val="628155856"/>
        <c:scaling>
          <c:orientation val="minMax"/>
        </c:scaling>
        <c:delete val="0"/>
        <c:axPos val="b"/>
        <c:title>
          <c:tx>
            <c:rich>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ja-JP"/>
                  <a:t>コード</a:t>
                </a:r>
              </a:p>
            </c:rich>
          </c:tx>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28575" cap="flat" cmpd="sng" algn="ctr">
            <a:solidFill>
              <a:sysClr val="windowText" lastClr="000000"/>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crossAx val="628156512"/>
        <c:crosses val="autoZero"/>
        <c:auto val="1"/>
        <c:lblAlgn val="ctr"/>
        <c:lblOffset val="100"/>
        <c:noMultiLvlLbl val="0"/>
      </c:catAx>
      <c:valAx>
        <c:axId val="628156512"/>
        <c:scaling>
          <c:orientation val="minMax"/>
          <c:max val="5"/>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ja-JP"/>
                  <a:t>可読性の評価値</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title>
        <c:numFmt formatCode="General" sourceLinked="1"/>
        <c:majorTickMark val="in"/>
        <c:minorTickMark val="none"/>
        <c:tickLblPos val="nextTo"/>
        <c:spPr>
          <a:noFill/>
          <a:ln w="28575">
            <a:solidFill>
              <a:sysClr val="windowText" lastClr="000000"/>
            </a:solidFill>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crossAx val="628155856"/>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solidFill>
            <a:schemeClr val="tx1"/>
          </a:solidFill>
        </a:defRPr>
      </a:pPr>
      <a:endParaRPr lang="ja-JP"/>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chemeClr val="accent1"/>
            </a:solidFill>
            <a:ln>
              <a:noFill/>
            </a:ln>
            <a:effectLst/>
          </c:spPr>
          <c:invertIfNegative val="0"/>
          <c:cat>
            <c:strRef>
              <c:f>'フォームの回答 1'!$AA$1:$AJ$1</c:f>
              <c:strCache>
                <c:ptCount val="10"/>
                <c:pt idx="0">
                  <c:v>103-1</c:v>
                </c:pt>
                <c:pt idx="1">
                  <c:v>103-2</c:v>
                </c:pt>
                <c:pt idx="2">
                  <c:v>103-3</c:v>
                </c:pt>
                <c:pt idx="3">
                  <c:v>103-4</c:v>
                </c:pt>
                <c:pt idx="4">
                  <c:v>103-5</c:v>
                </c:pt>
                <c:pt idx="5">
                  <c:v>103-6</c:v>
                </c:pt>
                <c:pt idx="6">
                  <c:v>103-7</c:v>
                </c:pt>
                <c:pt idx="7">
                  <c:v>103-8</c:v>
                </c:pt>
                <c:pt idx="8">
                  <c:v>103-9</c:v>
                </c:pt>
                <c:pt idx="9">
                  <c:v>103-10</c:v>
                </c:pt>
              </c:strCache>
            </c:strRef>
          </c:cat>
          <c:val>
            <c:numRef>
              <c:f>'フォームの回答 1'!$AA$2:$AJ$2</c:f>
              <c:numCache>
                <c:formatCode>General</c:formatCode>
                <c:ptCount val="10"/>
                <c:pt idx="0">
                  <c:v>5</c:v>
                </c:pt>
                <c:pt idx="1">
                  <c:v>1</c:v>
                </c:pt>
                <c:pt idx="2">
                  <c:v>4</c:v>
                </c:pt>
                <c:pt idx="3">
                  <c:v>5</c:v>
                </c:pt>
                <c:pt idx="4">
                  <c:v>5</c:v>
                </c:pt>
                <c:pt idx="5">
                  <c:v>2</c:v>
                </c:pt>
                <c:pt idx="6">
                  <c:v>5</c:v>
                </c:pt>
                <c:pt idx="7">
                  <c:v>2</c:v>
                </c:pt>
                <c:pt idx="8">
                  <c:v>5</c:v>
                </c:pt>
                <c:pt idx="9">
                  <c:v>5</c:v>
                </c:pt>
              </c:numCache>
            </c:numRef>
          </c:val>
          <c:extLst>
            <c:ext xmlns:c16="http://schemas.microsoft.com/office/drawing/2014/chart" uri="{C3380CC4-5D6E-409C-BE32-E72D297353CC}">
              <c16:uniqueId val="{00000000-B518-456F-97B1-A40B178DC964}"/>
            </c:ext>
          </c:extLst>
        </c:ser>
        <c:ser>
          <c:idx val="1"/>
          <c:order val="1"/>
          <c:spPr>
            <a:solidFill>
              <a:schemeClr val="accent2"/>
            </a:solidFill>
            <a:ln>
              <a:noFill/>
            </a:ln>
            <a:effectLst/>
          </c:spPr>
          <c:invertIfNegative val="0"/>
          <c:cat>
            <c:strRef>
              <c:f>'フォームの回答 1'!$AA$1:$AJ$1</c:f>
              <c:strCache>
                <c:ptCount val="10"/>
                <c:pt idx="0">
                  <c:v>103-1</c:v>
                </c:pt>
                <c:pt idx="1">
                  <c:v>103-2</c:v>
                </c:pt>
                <c:pt idx="2">
                  <c:v>103-3</c:v>
                </c:pt>
                <c:pt idx="3">
                  <c:v>103-4</c:v>
                </c:pt>
                <c:pt idx="4">
                  <c:v>103-5</c:v>
                </c:pt>
                <c:pt idx="5">
                  <c:v>103-6</c:v>
                </c:pt>
                <c:pt idx="6">
                  <c:v>103-7</c:v>
                </c:pt>
                <c:pt idx="7">
                  <c:v>103-8</c:v>
                </c:pt>
                <c:pt idx="8">
                  <c:v>103-9</c:v>
                </c:pt>
                <c:pt idx="9">
                  <c:v>103-10</c:v>
                </c:pt>
              </c:strCache>
            </c:strRef>
          </c:cat>
          <c:val>
            <c:numRef>
              <c:f>'フォームの回答 1'!$AA$3:$AJ$3</c:f>
              <c:numCache>
                <c:formatCode>General</c:formatCode>
                <c:ptCount val="10"/>
                <c:pt idx="0">
                  <c:v>4</c:v>
                </c:pt>
                <c:pt idx="1">
                  <c:v>2</c:v>
                </c:pt>
                <c:pt idx="2">
                  <c:v>2</c:v>
                </c:pt>
                <c:pt idx="3">
                  <c:v>3</c:v>
                </c:pt>
                <c:pt idx="4">
                  <c:v>3</c:v>
                </c:pt>
                <c:pt idx="5">
                  <c:v>2</c:v>
                </c:pt>
                <c:pt idx="6">
                  <c:v>3</c:v>
                </c:pt>
                <c:pt idx="7">
                  <c:v>2</c:v>
                </c:pt>
                <c:pt idx="8">
                  <c:v>5</c:v>
                </c:pt>
                <c:pt idx="9">
                  <c:v>4</c:v>
                </c:pt>
              </c:numCache>
            </c:numRef>
          </c:val>
          <c:extLst>
            <c:ext xmlns:c16="http://schemas.microsoft.com/office/drawing/2014/chart" uri="{C3380CC4-5D6E-409C-BE32-E72D297353CC}">
              <c16:uniqueId val="{00000001-B518-456F-97B1-A40B178DC964}"/>
            </c:ext>
          </c:extLst>
        </c:ser>
        <c:ser>
          <c:idx val="2"/>
          <c:order val="2"/>
          <c:spPr>
            <a:solidFill>
              <a:schemeClr val="accent3"/>
            </a:solidFill>
            <a:ln>
              <a:noFill/>
            </a:ln>
            <a:effectLst/>
          </c:spPr>
          <c:invertIfNegative val="0"/>
          <c:cat>
            <c:strRef>
              <c:f>'フォームの回答 1'!$AA$1:$AJ$1</c:f>
              <c:strCache>
                <c:ptCount val="10"/>
                <c:pt idx="0">
                  <c:v>103-1</c:v>
                </c:pt>
                <c:pt idx="1">
                  <c:v>103-2</c:v>
                </c:pt>
                <c:pt idx="2">
                  <c:v>103-3</c:v>
                </c:pt>
                <c:pt idx="3">
                  <c:v>103-4</c:v>
                </c:pt>
                <c:pt idx="4">
                  <c:v>103-5</c:v>
                </c:pt>
                <c:pt idx="5">
                  <c:v>103-6</c:v>
                </c:pt>
                <c:pt idx="6">
                  <c:v>103-7</c:v>
                </c:pt>
                <c:pt idx="7">
                  <c:v>103-8</c:v>
                </c:pt>
                <c:pt idx="8">
                  <c:v>103-9</c:v>
                </c:pt>
                <c:pt idx="9">
                  <c:v>103-10</c:v>
                </c:pt>
              </c:strCache>
            </c:strRef>
          </c:cat>
          <c:val>
            <c:numRef>
              <c:f>'フォームの回答 1'!$AA$4:$AJ$4</c:f>
              <c:numCache>
                <c:formatCode>General</c:formatCode>
                <c:ptCount val="10"/>
                <c:pt idx="0">
                  <c:v>4</c:v>
                </c:pt>
                <c:pt idx="1">
                  <c:v>1</c:v>
                </c:pt>
                <c:pt idx="2">
                  <c:v>2</c:v>
                </c:pt>
                <c:pt idx="3">
                  <c:v>4</c:v>
                </c:pt>
                <c:pt idx="4">
                  <c:v>5</c:v>
                </c:pt>
                <c:pt idx="5">
                  <c:v>2</c:v>
                </c:pt>
                <c:pt idx="6">
                  <c:v>5</c:v>
                </c:pt>
                <c:pt idx="7">
                  <c:v>3</c:v>
                </c:pt>
                <c:pt idx="8">
                  <c:v>4</c:v>
                </c:pt>
                <c:pt idx="9">
                  <c:v>4</c:v>
                </c:pt>
              </c:numCache>
            </c:numRef>
          </c:val>
          <c:extLst>
            <c:ext xmlns:c16="http://schemas.microsoft.com/office/drawing/2014/chart" uri="{C3380CC4-5D6E-409C-BE32-E72D297353CC}">
              <c16:uniqueId val="{00000002-B518-456F-97B1-A40B178DC964}"/>
            </c:ext>
          </c:extLst>
        </c:ser>
        <c:ser>
          <c:idx val="3"/>
          <c:order val="3"/>
          <c:spPr>
            <a:solidFill>
              <a:schemeClr val="accent4"/>
            </a:solidFill>
            <a:ln>
              <a:noFill/>
            </a:ln>
            <a:effectLst/>
          </c:spPr>
          <c:invertIfNegative val="0"/>
          <c:cat>
            <c:strRef>
              <c:f>'フォームの回答 1'!$AA$1:$AJ$1</c:f>
              <c:strCache>
                <c:ptCount val="10"/>
                <c:pt idx="0">
                  <c:v>103-1</c:v>
                </c:pt>
                <c:pt idx="1">
                  <c:v>103-2</c:v>
                </c:pt>
                <c:pt idx="2">
                  <c:v>103-3</c:v>
                </c:pt>
                <c:pt idx="3">
                  <c:v>103-4</c:v>
                </c:pt>
                <c:pt idx="4">
                  <c:v>103-5</c:v>
                </c:pt>
                <c:pt idx="5">
                  <c:v>103-6</c:v>
                </c:pt>
                <c:pt idx="6">
                  <c:v>103-7</c:v>
                </c:pt>
                <c:pt idx="7">
                  <c:v>103-8</c:v>
                </c:pt>
                <c:pt idx="8">
                  <c:v>103-9</c:v>
                </c:pt>
                <c:pt idx="9">
                  <c:v>103-10</c:v>
                </c:pt>
              </c:strCache>
            </c:strRef>
          </c:cat>
          <c:val>
            <c:numRef>
              <c:f>'フォームの回答 1'!$AA$5:$AJ$5</c:f>
              <c:numCache>
                <c:formatCode>General</c:formatCode>
                <c:ptCount val="10"/>
                <c:pt idx="0">
                  <c:v>3</c:v>
                </c:pt>
                <c:pt idx="1">
                  <c:v>3</c:v>
                </c:pt>
                <c:pt idx="2">
                  <c:v>3</c:v>
                </c:pt>
                <c:pt idx="3">
                  <c:v>4</c:v>
                </c:pt>
                <c:pt idx="5">
                  <c:v>4</c:v>
                </c:pt>
                <c:pt idx="6">
                  <c:v>5</c:v>
                </c:pt>
                <c:pt idx="7">
                  <c:v>3</c:v>
                </c:pt>
                <c:pt idx="8">
                  <c:v>4</c:v>
                </c:pt>
                <c:pt idx="9">
                  <c:v>3</c:v>
                </c:pt>
              </c:numCache>
            </c:numRef>
          </c:val>
          <c:extLst>
            <c:ext xmlns:c16="http://schemas.microsoft.com/office/drawing/2014/chart" uri="{C3380CC4-5D6E-409C-BE32-E72D297353CC}">
              <c16:uniqueId val="{00000003-B518-456F-97B1-A40B178DC964}"/>
            </c:ext>
          </c:extLst>
        </c:ser>
        <c:ser>
          <c:idx val="4"/>
          <c:order val="4"/>
          <c:spPr>
            <a:solidFill>
              <a:schemeClr val="accent5"/>
            </a:solidFill>
            <a:ln>
              <a:noFill/>
            </a:ln>
            <a:effectLst/>
          </c:spPr>
          <c:invertIfNegative val="0"/>
          <c:cat>
            <c:strRef>
              <c:f>'フォームの回答 1'!$AA$1:$AJ$1</c:f>
              <c:strCache>
                <c:ptCount val="10"/>
                <c:pt idx="0">
                  <c:v>103-1</c:v>
                </c:pt>
                <c:pt idx="1">
                  <c:v>103-2</c:v>
                </c:pt>
                <c:pt idx="2">
                  <c:v>103-3</c:v>
                </c:pt>
                <c:pt idx="3">
                  <c:v>103-4</c:v>
                </c:pt>
                <c:pt idx="4">
                  <c:v>103-5</c:v>
                </c:pt>
                <c:pt idx="5">
                  <c:v>103-6</c:v>
                </c:pt>
                <c:pt idx="6">
                  <c:v>103-7</c:v>
                </c:pt>
                <c:pt idx="7">
                  <c:v>103-8</c:v>
                </c:pt>
                <c:pt idx="8">
                  <c:v>103-9</c:v>
                </c:pt>
                <c:pt idx="9">
                  <c:v>103-10</c:v>
                </c:pt>
              </c:strCache>
            </c:strRef>
          </c:cat>
          <c:val>
            <c:numRef>
              <c:f>'フォームの回答 1'!$AA$6:$AJ$6</c:f>
              <c:numCache>
                <c:formatCode>General</c:formatCode>
                <c:ptCount val="10"/>
                <c:pt idx="0">
                  <c:v>3</c:v>
                </c:pt>
                <c:pt idx="1">
                  <c:v>3</c:v>
                </c:pt>
                <c:pt idx="2">
                  <c:v>1</c:v>
                </c:pt>
                <c:pt idx="3">
                  <c:v>2</c:v>
                </c:pt>
                <c:pt idx="4">
                  <c:v>4</c:v>
                </c:pt>
                <c:pt idx="5">
                  <c:v>2</c:v>
                </c:pt>
                <c:pt idx="6">
                  <c:v>2</c:v>
                </c:pt>
                <c:pt idx="7">
                  <c:v>2</c:v>
                </c:pt>
                <c:pt idx="8">
                  <c:v>4</c:v>
                </c:pt>
                <c:pt idx="9">
                  <c:v>4</c:v>
                </c:pt>
              </c:numCache>
            </c:numRef>
          </c:val>
          <c:extLst>
            <c:ext xmlns:c16="http://schemas.microsoft.com/office/drawing/2014/chart" uri="{C3380CC4-5D6E-409C-BE32-E72D297353CC}">
              <c16:uniqueId val="{00000004-B518-456F-97B1-A40B178DC964}"/>
            </c:ext>
          </c:extLst>
        </c:ser>
        <c:dLbls>
          <c:showLegendKey val="0"/>
          <c:showVal val="0"/>
          <c:showCatName val="0"/>
          <c:showSerName val="0"/>
          <c:showPercent val="0"/>
          <c:showBubbleSize val="0"/>
        </c:dLbls>
        <c:gapWidth val="219"/>
        <c:overlap val="-27"/>
        <c:axId val="433066080"/>
        <c:axId val="433066408"/>
      </c:barChart>
      <c:catAx>
        <c:axId val="433066080"/>
        <c:scaling>
          <c:orientation val="minMax"/>
        </c:scaling>
        <c:delete val="0"/>
        <c:axPos val="b"/>
        <c:title>
          <c:tx>
            <c:rich>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ja-JP"/>
                  <a:t>コード</a:t>
                </a:r>
              </a:p>
            </c:rich>
          </c:tx>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28575" cap="flat" cmpd="sng" algn="ctr">
            <a:solidFill>
              <a:sysClr val="windowText" lastClr="000000"/>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crossAx val="433066408"/>
        <c:crosses val="autoZero"/>
        <c:auto val="1"/>
        <c:lblAlgn val="ctr"/>
        <c:lblOffset val="100"/>
        <c:noMultiLvlLbl val="0"/>
      </c:catAx>
      <c:valAx>
        <c:axId val="433066408"/>
        <c:scaling>
          <c:orientation val="minMax"/>
          <c:max val="5"/>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r>
                  <a:rPr lang="ja-JP"/>
                  <a:t>可読性の評価値</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title>
        <c:numFmt formatCode="General" sourceLinked="1"/>
        <c:majorTickMark val="in"/>
        <c:minorTickMark val="none"/>
        <c:tickLblPos val="nextTo"/>
        <c:spPr>
          <a:noFill/>
          <a:ln w="28575">
            <a:solidFill>
              <a:sysClr val="windowText" lastClr="000000"/>
            </a:solidFill>
          </a:ln>
          <a:effectLst/>
        </c:spPr>
        <c:txPr>
          <a:bodyPr rot="-6000000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ja-JP"/>
          </a:p>
        </c:txPr>
        <c:crossAx val="433066080"/>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solidFill>
            <a:schemeClr val="tx1"/>
          </a:solidFill>
        </a:defRPr>
      </a:pPr>
      <a:endParaRPr lang="ja-JP"/>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472944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9T10:36:33.412"/>
    </inkml:context>
    <inkml:brush xml:id="br0">
      <inkml:brushProperty name="width" value="0.1" units="cm"/>
      <inkml:brushProperty name="height" value="0.1" units="cm"/>
    </inkml:brush>
  </inkml:definitions>
  <inkml:trace contextRef="#ctx0" brushRef="#br0">0 187 24575,'48'-63'0,"-30"46"0,1 1 0,1 1 0,0 0 0,1 1 0,27-13 0,-41 24 0,0 0 0,0 0 0,-1 1 0,1 0 0,1 0 0,-1 0 0,0 1 0,0 0 0,1 1 0,-1 0 0,0 0 0,9 1 0,-6 1 0,0 1 0,0-1 0,0 2 0,0 0 0,0 0 0,-1 0 0,17 11 0,-22-12 0,9 6 0,1-1 0,0 0 0,0-1 0,22 8 0,-24-11 0,0 1 0,-1 1 0,0 0 0,0 1 0,10 7 0,-14-8 0,1 0 0,0-1 0,0 0 0,1 0 0,-1-1 0,1 0 0,0-1 0,0 0 0,18 4 0,-16-7-273,-1 0 0,0-1 0,0 0 0,11-3 0,1-1-6553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9T10:36:52.197"/>
    </inkml:context>
    <inkml:brush xml:id="br0">
      <inkml:brushProperty name="width" value="0.1" units="cm"/>
      <inkml:brushProperty name="height" value="0.1" units="cm"/>
    </inkml:brush>
  </inkml:definitions>
  <inkml:trace contextRef="#ctx0" brushRef="#br0">1 224 24575,'13'-14'0,"-1"0"0,-1-1 0,18-30 0,-17 26 0,0 0 0,18-19 0,-25 32 0,0 1 0,0 1 0,0-1 0,1 1 0,0 0 0,0 0 0,0 0 0,0 1 0,0 0 0,1 0 0,7-2 0,-3 2 0,0 1 0,0 0 0,0 1 0,0 0 0,1 1 0,-1 0 0,0 0 0,0 2 0,1-1 0,-1 1 0,0 1 0,-1 0 0,1 0 0,0 1 0,-1 1 0,0-1 0,17 12 0,4 6 0,-1 2 0,-1 0 0,47 54 0,-50-50 0,-21-23 0,1 1 0,-1-1 0,1-1 0,0 1 0,0-1 0,0 0 0,12 5 0,-14-7 0,1-1 0,0 1 0,0-1 0,-1 0 0,1-1 0,0 1 0,0-1 0,0 0 0,0 0 0,0-1 0,-1 1 0,8-3 0,7-3 0,-1 0 0,0-2 0,0 0 0,0-1 0,21-15 0,-19 11 0,1 1 0,0 1 0,26-9 0,-21 11 0,0 1 0,1 2 0,34-4 0,-50 9 0,0 0 0,0 1 0,0 0 0,0 1 0,0 0 0,0 1 0,-1 0 0,1 1 0,0 0 0,19 9 0,2 7 0,0 1 0,36 31 0,-63-48 0,-1 0 0,1 0 0,0 0 0,0 0 0,0-1 0,0 0 0,0 0 0,0 0 0,1 0 0,-1-1 0,1 0 0,-1 0 0,1-1 0,-1 0 0,1 1 0,-1-2 0,1 1 0,7-2 0,-4 0 0,0-1 0,-1 0 0,1-1 0,-1 0 0,0 0 0,0-1 0,0 1 0,0-2 0,-1 1 0,10-10 0,18-23 0,-30 31 0,1 1 0,-1 0 0,1 0 0,1 0 0,-1 0 0,1 1 0,-1 0 0,1 0 0,1 1 0,-1 0 0,1 0 0,13-4 0,-9 6-273,0 0 0,0 0 0,1 1 0,18 1 0,-13 1-6553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7T06:50:53.435"/>
    </inkml:context>
    <inkml:brush xml:id="br0">
      <inkml:brushProperty name="width" value="0.1" units="cm"/>
      <inkml:brushProperty name="height" value="0.1" units="cm"/>
    </inkml:brush>
  </inkml:definitions>
  <inkml:trace contextRef="#ctx0" brushRef="#br0">1 224 24575,'13'-14'0,"-1"0"0,-1-1 0,18-30 0,-17 26 0,0 0 0,18-19 0,-25 32 0,0 1 0,0 1 0,0-1 0,1 1 0,0 0 0,0 0 0,0 0 0,0 1 0,0 0 0,1 0 0,7-2 0,-3 2 0,0 1 0,0 0 0,0 1 0,0 0 0,1 1 0,-1 0 0,0 0 0,0 2 0,1-1 0,-1 1 0,0 1 0,-1 0 0,1 0 0,0 1 0,-1 1 0,0-1 0,17 12 0,4 6 0,-1 2 0,-1 0 0,47 54 0,-50-50 0,-21-23 0,1 1 0,-1-1 0,1-1 0,0 1 0,0-1 0,0 0 0,12 5 0,-14-7 0,1-1 0,0 1 0,0-1 0,-1 0 0,1-1 0,0 1 0,0-1 0,0 0 0,0 0 0,0-1 0,-1 1 0,8-3 0,7-3 0,-1 0 0,0-2 0,0 0 0,0-1 0,21-15 0,-19 11 0,1 1 0,0 1 0,26-9 0,-21 11 0,0 1 0,1 2 0,34-4 0,-50 9 0,0 0 0,0 1 0,0 0 0,0 1 0,0 0 0,0 1 0,-1 0 0,1 1 0,0 0 0,19 9 0,2 7 0,0 1 0,36 31 0,-63-48 0,-1 0 0,1 0 0,0 0 0,0 0 0,0-1 0,0 0 0,0 0 0,0 0 0,1 0 0,-1-1 0,1 0 0,-1 0 0,1-1 0,-1 0 0,1 1 0,-1-2 0,1 1 0,7-2 0,-4 0 0,0-1 0,-1 0 0,1-1 0,-1 0 0,0 0 0,0-1 0,0 1 0,0-2 0,-1 1 0,10-10 0,18-23 0,-30 31 0,1 1 0,-1 0 0,1 0 0,1 0 0,-1 0 0,1 1 0,-1 0 0,1 0 0,1 1 0,-1 0 0,1 0 0,13-4 0,-9 6-273,0 0 0,0 0 0,1 1 0,18 1 0,-13 1-6553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7T06:50:58.059"/>
    </inkml:context>
    <inkml:brush xml:id="br0">
      <inkml:brushProperty name="width" value="0.1" units="cm"/>
      <inkml:brushProperty name="height" value="0.1" units="cm"/>
    </inkml:brush>
  </inkml:definitions>
  <inkml:trace contextRef="#ctx0" brushRef="#br0">1 224 24575,'13'-14'0,"-1"0"0,-1-1 0,18-30 0,-17 26 0,0 0 0,18-19 0,-25 32 0,0 1 0,0 1 0,0-1 0,1 1 0,0 0 0,0 0 0,0 0 0,0 1 0,0 0 0,1 0 0,7-2 0,-3 2 0,0 1 0,0 0 0,0 1 0,0 0 0,1 1 0,-1 0 0,0 0 0,0 2 0,1-1 0,-1 1 0,0 1 0,-1 0 0,1 0 0,0 1 0,-1 1 0,0-1 0,17 12 0,4 6 0,-1 2 0,-1 0 0,47 54 0,-50-50 0,-21-23 0,1 1 0,-1-1 0,1-1 0,0 1 0,0-1 0,0 0 0,12 5 0,-14-7 0,1-1 0,0 1 0,0-1 0,-1 0 0,1-1 0,0 1 0,0-1 0,0 0 0,0 0 0,0-1 0,-1 1 0,8-3 0,7-3 0,-1 0 0,0-2 0,0 0 0,0-1 0,21-15 0,-19 11 0,1 1 0,0 1 0,26-9 0,-21 11 0,0 1 0,1 2 0,34-4 0,-50 9 0,0 0 0,0 1 0,0 0 0,0 1 0,0 0 0,0 1 0,-1 0 0,1 1 0,0 0 0,19 9 0,2 7 0,0 1 0,36 31 0,-63-48 0,-1 0 0,1 0 0,0 0 0,0 0 0,0-1 0,0 0 0,0 0 0,0 0 0,1 0 0,-1-1 0,1 0 0,-1 0 0,1-1 0,-1 0 0,1 1 0,-1-2 0,1 1 0,7-2 0,-4 0 0,0-1 0,-1 0 0,1-1 0,-1 0 0,0 0 0,0-1 0,0 1 0,0-2 0,-1 1 0,10-10 0,18-23 0,-30 31 0,1 1 0,-1 0 0,1 0 0,1 0 0,-1 0 0,1 1 0,-1 0 0,1 0 0,1 1 0,-1 0 0,1 0 0,13-4 0,-9 6-273,0 0 0,0 0 0,1 1 0,18 1 0,-13 1-6553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7T06:51:01.594"/>
    </inkml:context>
    <inkml:brush xml:id="br0">
      <inkml:brushProperty name="width" value="0.1" units="cm"/>
      <inkml:brushProperty name="height" value="0.1" units="cm"/>
    </inkml:brush>
  </inkml:definitions>
  <inkml:trace contextRef="#ctx0" brushRef="#br0">1 224 24575,'13'-14'0,"-1"0"0,-1-1 0,18-30 0,-17 26 0,0 0 0,18-19 0,-25 32 0,0 1 0,0 1 0,0-1 0,1 1 0,0 0 0,0 0 0,0 0 0,0 1 0,0 0 0,1 0 0,7-2 0,-3 2 0,0 1 0,0 0 0,0 1 0,0 0 0,1 1 0,-1 0 0,0 0 0,0 2 0,1-1 0,-1 1 0,0 1 0,-1 0 0,1 0 0,0 1 0,-1 1 0,0-1 0,17 12 0,4 6 0,-1 2 0,-1 0 0,47 54 0,-50-50 0,-21-23 0,1 1 0,-1-1 0,1-1 0,0 1 0,0-1 0,0 0 0,12 5 0,-14-7 0,1-1 0,0 1 0,0-1 0,-1 0 0,1-1 0,0 1 0,0-1 0,0 0 0,0 0 0,0-1 0,-1 1 0,8-3 0,7-3 0,-1 0 0,0-2 0,0 0 0,0-1 0,21-15 0,-19 11 0,1 1 0,0 1 0,26-9 0,-21 11 0,0 1 0,1 2 0,34-4 0,-50 9 0,0 0 0,0 1 0,0 0 0,0 1 0,0 0 0,0 1 0,-1 0 0,1 1 0,0 0 0,19 9 0,2 7 0,0 1 0,36 31 0,-63-48 0,-1 0 0,1 0 0,0 0 0,0 0 0,0-1 0,0 0 0,0 0 0,0 0 0,1 0 0,-1-1 0,1 0 0,-1 0 0,1-1 0,-1 0 0,1 1 0,-1-2 0,1 1 0,7-2 0,-4 0 0,0-1 0,-1 0 0,1-1 0,-1 0 0,0 0 0,0-1 0,0 1 0,0-2 0,-1 1 0,10-10 0,18-23 0,-30 31 0,1 1 0,-1 0 0,1 0 0,1 0 0,-1 0 0,1 1 0,-1 0 0,1 0 0,1 1 0,-1 0 0,1 0 0,13-4 0,-9 6-273,0 0 0,0 0 0,1 1 0,18 1 0,-13 1-6553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CEF3F2EA-9100-4AC4-921A-6A50DB968E57}" type="datetimeFigureOut">
              <a:rPr kumimoji="1" lang="ja-JP" altLang="en-US" smtClean="0"/>
              <a:t>2022/2/18</a:t>
            </a:fld>
            <a:endParaRPr kumimoji="1" lang="ja-JP" altLang="en-US"/>
          </a:p>
        </p:txBody>
      </p:sp>
      <p:sp>
        <p:nvSpPr>
          <p:cNvPr id="4" name="スライド イメージ プレースホルダー 3"/>
          <p:cNvSpPr>
            <a:spLocks noGrp="1" noRot="1" noChangeAspect="1"/>
          </p:cNvSpPr>
          <p:nvPr>
            <p:ph type="sldImg" idx="2"/>
          </p:nvPr>
        </p:nvSpPr>
        <p:spPr>
          <a:xfrm>
            <a:off x="1249363" y="1279525"/>
            <a:ext cx="4605337" cy="3454400"/>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E2F571E9-EC25-48C6-9D37-08180A15C3ED}" type="slidenum">
              <a:rPr kumimoji="1" lang="ja-JP" altLang="en-US" smtClean="0"/>
              <a:t>‹#›</a:t>
            </a:fld>
            <a:endParaRPr kumimoji="1" lang="ja-JP" altLang="en-US"/>
          </a:p>
        </p:txBody>
      </p:sp>
    </p:spTree>
    <p:extLst>
      <p:ext uri="{BB962C8B-B14F-4D97-AF65-F5344CB8AC3E}">
        <p14:creationId xmlns:p14="http://schemas.microsoft.com/office/powerpoint/2010/main" val="34373802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「遺伝的アルゴリズムを用いた自動プログラム修正の可読性向上に向けて」につきまして，</a:t>
            </a:r>
            <a:r>
              <a:rPr kumimoji="1" lang="ja-JP" altLang="en-US" sz="1800" dirty="0"/>
              <a:t>インテリジェント情報工学科</a:t>
            </a:r>
            <a:r>
              <a:rPr kumimoji="1" lang="en-US" altLang="ja-JP" sz="1800" kern="1200" dirty="0">
                <a:effectLst/>
                <a:latin typeface="+mn-lt"/>
                <a:ea typeface="+mn-ea"/>
                <a:cs typeface="+mn-cs"/>
              </a:rPr>
              <a:t>2018</a:t>
            </a:r>
            <a:r>
              <a:rPr kumimoji="1" lang="ja-JP" altLang="en-US" sz="1800" kern="1200" dirty="0">
                <a:effectLst/>
                <a:latin typeface="+mn-lt"/>
                <a:ea typeface="+mn-ea"/>
                <a:cs typeface="+mn-cs"/>
              </a:rPr>
              <a:t>年度</a:t>
            </a:r>
            <a:r>
              <a:rPr kumimoji="1" lang="en-US" altLang="ja-JP" sz="1800" kern="1200" dirty="0">
                <a:effectLst/>
                <a:latin typeface="+mn-lt"/>
                <a:ea typeface="+mn-ea"/>
                <a:cs typeface="+mn-cs"/>
              </a:rPr>
              <a:t>12</a:t>
            </a:r>
            <a:r>
              <a:rPr kumimoji="1" lang="ja-JP" altLang="en-US" sz="1800" kern="1200" dirty="0">
                <a:effectLst/>
                <a:latin typeface="+mn-lt"/>
                <a:ea typeface="+mn-ea"/>
                <a:cs typeface="+mn-cs"/>
              </a:rPr>
              <a:t>番の</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菱川が発表いたします．よろしくおねがいします．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0</a:t>
            </a:fld>
            <a:endParaRPr kumimoji="1" lang="ja-JP" altLang="en-US"/>
          </a:p>
        </p:txBody>
      </p:sp>
    </p:spTree>
    <p:extLst>
      <p:ext uri="{BB962C8B-B14F-4D97-AF65-F5344CB8AC3E}">
        <p14:creationId xmlns:p14="http://schemas.microsoft.com/office/powerpoint/2010/main" val="3312243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近年，</a:t>
            </a:r>
            <a:r>
              <a:rPr lang="en-US"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IT</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技術の発展に伴いソースコードが肥大化かつ複雑化しており，デバッグ作業が困難になっています．そのためデバッグ支援に関する研究は活発化しており，その中でも自動プログラム修正に関する研究が注目されています．自動プログラム修正の方法は主に</a:t>
            </a:r>
            <a:r>
              <a:rPr lang="en-US"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2</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つあり，意味解析を用いた</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Semfix</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と遺伝的アルゴリズムを用いた</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があります．</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はその精度の高さから有用性が証明され，近年注目を集めています．よって本研究でも遺伝的アルゴリズムを用いた自動修正</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法</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である</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に注目します．</a:t>
            </a:r>
          </a:p>
          <a:p>
            <a:pPr algn="just"/>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a:t>
            </a:r>
            <a:r>
              <a:rPr lang="en-US"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GenProg:55/105, Semfix:4/9, </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Semfix</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は一文しか直せない）</a:t>
            </a:r>
          </a:p>
          <a:p>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a:t>
            </a:fld>
            <a:endParaRPr kumimoji="1" lang="ja-JP" altLang="en-US"/>
          </a:p>
        </p:txBody>
      </p:sp>
    </p:spTree>
    <p:extLst>
      <p:ext uri="{BB962C8B-B14F-4D97-AF65-F5344CB8AC3E}">
        <p14:creationId xmlns:p14="http://schemas.microsoft.com/office/powerpoint/2010/main" val="266249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について述べます．</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は，遺伝的アルゴリズムを用いた自動プログラム修正</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法</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です．遺伝的アルゴリズムは，解候補を繰り返し生成することで解を探索するアルゴリズムです．下の図のように，修正前のバグを含むプログラムを入力し，個体の生成・評価・選択を繰り返すことで，バグを修正します．特徴として，修正コストが低く，他の修正法より高精度なことが挙げられます．（</a:t>
            </a:r>
            <a:r>
              <a:rPr lang="en-US"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GenProg:55/105, Semfix:4/9, </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Semfix</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は一文しか直せない）</a:t>
            </a: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2</a:t>
            </a:fld>
            <a:endParaRPr kumimoji="1" lang="ja-JP" altLang="en-US"/>
          </a:p>
        </p:txBody>
      </p:sp>
    </p:spTree>
    <p:extLst>
      <p:ext uri="{BB962C8B-B14F-4D97-AF65-F5344CB8AC3E}">
        <p14:creationId xmlns:p14="http://schemas.microsoft.com/office/powerpoint/2010/main" val="504171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5337" cy="34544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の流れについて述べます．</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では</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バグを推定した後，バグ箇所の変更による個体生成，評価および選択を繰り返します．一回の繰り返しは世代と呼びます．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80741882-60C6-49C8-80EE-B3A4ACDD69E4}" type="slidenum">
              <a:rPr kumimoji="1" lang="ja-JP" altLang="en-US" smtClean="0"/>
              <a:t>3</a:t>
            </a:fld>
            <a:endParaRPr kumimoji="1" lang="ja-JP" altLang="en-US"/>
          </a:p>
        </p:txBody>
      </p:sp>
    </p:spTree>
    <p:extLst>
      <p:ext uri="{BB962C8B-B14F-4D97-AF65-F5344CB8AC3E}">
        <p14:creationId xmlns:p14="http://schemas.microsoft.com/office/powerpoint/2010/main" val="2720801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5337" cy="34544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まず</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バグ推定では，テスト実行によりバグの位置を推定します．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80741882-60C6-49C8-80EE-B3A4ACDD69E4}" type="slidenum">
              <a:rPr kumimoji="1" lang="ja-JP" altLang="en-US" smtClean="0"/>
              <a:t>4</a:t>
            </a:fld>
            <a:endParaRPr kumimoji="1" lang="ja-JP" altLang="en-US"/>
          </a:p>
        </p:txBody>
      </p:sp>
    </p:spTree>
    <p:extLst>
      <p:ext uri="{BB962C8B-B14F-4D97-AF65-F5344CB8AC3E}">
        <p14:creationId xmlns:p14="http://schemas.microsoft.com/office/powerpoint/2010/main" val="2595040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5337" cy="34544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次に，推定したバグ箇所に対して変異または交叉を行い，複数の新たな個体を生成します．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80741882-60C6-49C8-80EE-B3A4ACDD69E4}" type="slidenum">
              <a:rPr kumimoji="1" lang="ja-JP" altLang="en-US" smtClean="0"/>
              <a:t>5</a:t>
            </a:fld>
            <a:endParaRPr kumimoji="1" lang="ja-JP" altLang="en-US"/>
          </a:p>
        </p:txBody>
      </p:sp>
    </p:spTree>
    <p:extLst>
      <p:ext uri="{BB962C8B-B14F-4D97-AF65-F5344CB8AC3E}">
        <p14:creationId xmlns:p14="http://schemas.microsoft.com/office/powerpoint/2010/main" val="4103404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5337" cy="3454400"/>
          </a:xfrm>
        </p:spPr>
      </p:sp>
      <p:sp>
        <p:nvSpPr>
          <p:cNvPr id="3" name="ノート プレースホルダー 2"/>
          <p:cNvSpPr>
            <a:spLocks noGrp="1"/>
          </p:cNvSpPr>
          <p:nvPr>
            <p:ph type="body" idx="1"/>
          </p:nvPr>
        </p:nvSpPr>
        <p:spPr/>
        <p:txBody>
          <a:bodyPr/>
          <a:lstStyle/>
          <a:p>
            <a:pPr algn="just"/>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変異では，プログラム文の挿入，削除，置換のいずれかを行います．挿入や</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置換</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で使用するプログラム文は，初期個体に含まれるものです．</a:t>
            </a:r>
          </a:p>
        </p:txBody>
      </p:sp>
      <p:sp>
        <p:nvSpPr>
          <p:cNvPr id="4" name="スライド番号プレースホルダー 3"/>
          <p:cNvSpPr>
            <a:spLocks noGrp="1"/>
          </p:cNvSpPr>
          <p:nvPr>
            <p:ph type="sldNum" sz="quarter" idx="5"/>
          </p:nvPr>
        </p:nvSpPr>
        <p:spPr/>
        <p:txBody>
          <a:bodyPr/>
          <a:lstStyle/>
          <a:p>
            <a:fld id="{80741882-60C6-49C8-80EE-B3A4ACDD69E4}" type="slidenum">
              <a:rPr kumimoji="1" lang="ja-JP" altLang="en-US" smtClean="0"/>
              <a:t>6</a:t>
            </a:fld>
            <a:endParaRPr kumimoji="1" lang="ja-JP" altLang="en-US"/>
          </a:p>
        </p:txBody>
      </p:sp>
    </p:spTree>
    <p:extLst>
      <p:ext uri="{BB962C8B-B14F-4D97-AF65-F5344CB8AC3E}">
        <p14:creationId xmlns:p14="http://schemas.microsoft.com/office/powerpoint/2010/main" val="1123833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5337" cy="3454400"/>
          </a:xfrm>
        </p:spPr>
      </p:sp>
      <p:sp>
        <p:nvSpPr>
          <p:cNvPr id="3" name="ノート プレースホルダー 2"/>
          <p:cNvSpPr>
            <a:spLocks noGrp="1"/>
          </p:cNvSpPr>
          <p:nvPr>
            <p:ph type="body" idx="1"/>
          </p:nvPr>
        </p:nvSpPr>
        <p:spPr/>
        <p:txBody>
          <a:bodyPr/>
          <a:lstStyle/>
          <a:p>
            <a:pPr algn="just"/>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交叉では，前世代の</a:t>
            </a:r>
            <a:r>
              <a:rPr lang="en-US"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2</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個体を組み合わせ新たな個体を生成します．</a:t>
            </a:r>
          </a:p>
        </p:txBody>
      </p:sp>
      <p:sp>
        <p:nvSpPr>
          <p:cNvPr id="4" name="スライド番号プレースホルダー 3"/>
          <p:cNvSpPr>
            <a:spLocks noGrp="1"/>
          </p:cNvSpPr>
          <p:nvPr>
            <p:ph type="sldNum" sz="quarter" idx="5"/>
          </p:nvPr>
        </p:nvSpPr>
        <p:spPr/>
        <p:txBody>
          <a:bodyPr/>
          <a:lstStyle/>
          <a:p>
            <a:fld id="{80741882-60C6-49C8-80EE-B3A4ACDD69E4}" type="slidenum">
              <a:rPr kumimoji="1" lang="ja-JP" altLang="en-US" smtClean="0"/>
              <a:t>7</a:t>
            </a:fld>
            <a:endParaRPr kumimoji="1" lang="ja-JP" altLang="en-US"/>
          </a:p>
        </p:txBody>
      </p:sp>
    </p:spTree>
    <p:extLst>
      <p:ext uri="{BB962C8B-B14F-4D97-AF65-F5344CB8AC3E}">
        <p14:creationId xmlns:p14="http://schemas.microsoft.com/office/powerpoint/2010/main" val="422253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5337" cy="34544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次に，個体に対して評価値を算出します．評価値</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に</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はテスト通過率が使用されています．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80741882-60C6-49C8-80EE-B3A4ACDD69E4}" type="slidenum">
              <a:rPr kumimoji="1" lang="ja-JP" altLang="en-US" smtClean="0"/>
              <a:t>8</a:t>
            </a:fld>
            <a:endParaRPr kumimoji="1" lang="ja-JP" altLang="en-US"/>
          </a:p>
        </p:txBody>
      </p:sp>
    </p:spTree>
    <p:extLst>
      <p:ext uri="{BB962C8B-B14F-4D97-AF65-F5344CB8AC3E}">
        <p14:creationId xmlns:p14="http://schemas.microsoft.com/office/powerpoint/2010/main" val="2299020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5337" cy="34544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そして，個体の評価値を基に上位個体を選択し次世代に反映します． </a:t>
            </a:r>
          </a:p>
          <a:p>
            <a:endParaRPr kumimoji="1" lang="ja-JP" altLang="en-US" dirty="0"/>
          </a:p>
        </p:txBody>
      </p:sp>
      <p:sp>
        <p:nvSpPr>
          <p:cNvPr id="4" name="スライド番号プレースホルダー 3"/>
          <p:cNvSpPr>
            <a:spLocks noGrp="1"/>
          </p:cNvSpPr>
          <p:nvPr>
            <p:ph type="sldNum" sz="quarter" idx="5"/>
          </p:nvPr>
        </p:nvSpPr>
        <p:spPr/>
        <p:txBody>
          <a:bodyPr/>
          <a:lstStyle/>
          <a:p>
            <a:fld id="{80741882-60C6-49C8-80EE-B3A4ACDD69E4}" type="slidenum">
              <a:rPr kumimoji="1" lang="ja-JP" altLang="en-US" smtClean="0"/>
              <a:t>9</a:t>
            </a:fld>
            <a:endParaRPr kumimoji="1" lang="ja-JP" altLang="en-US"/>
          </a:p>
        </p:txBody>
      </p:sp>
    </p:spTree>
    <p:extLst>
      <p:ext uri="{BB962C8B-B14F-4D97-AF65-F5344CB8AC3E}">
        <p14:creationId xmlns:p14="http://schemas.microsoft.com/office/powerpoint/2010/main" val="2150709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5337" cy="34544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選択された個体に対して変異や交叉を行うことで，再び生成を行います．このように，</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では個体の生成・評価・選択を繰り返します．評価の際にある個体が全てのテストを通過したら，修正が完了します．</a:t>
            </a:r>
            <a:endParaRPr kumimoji="1" lang="ja-JP" altLang="en-US" dirty="0"/>
          </a:p>
        </p:txBody>
      </p:sp>
      <p:sp>
        <p:nvSpPr>
          <p:cNvPr id="4" name="スライド番号プレースホルダー 3"/>
          <p:cNvSpPr>
            <a:spLocks noGrp="1"/>
          </p:cNvSpPr>
          <p:nvPr>
            <p:ph type="sldNum" sz="quarter" idx="5"/>
          </p:nvPr>
        </p:nvSpPr>
        <p:spPr/>
        <p:txBody>
          <a:bodyPr/>
          <a:lstStyle/>
          <a:p>
            <a:fld id="{80741882-60C6-49C8-80EE-B3A4ACDD69E4}" type="slidenum">
              <a:rPr kumimoji="1" lang="ja-JP" altLang="en-US" smtClean="0"/>
              <a:t>10</a:t>
            </a:fld>
            <a:endParaRPr kumimoji="1" lang="ja-JP" altLang="en-US"/>
          </a:p>
        </p:txBody>
      </p:sp>
    </p:spTree>
    <p:extLst>
      <p:ext uri="{BB962C8B-B14F-4D97-AF65-F5344CB8AC3E}">
        <p14:creationId xmlns:p14="http://schemas.microsoft.com/office/powerpoint/2010/main" val="19384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の</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課題</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について述べます．</a:t>
            </a:r>
            <a:r>
              <a:rPr lang="ja-JP" altLang="en-US" sz="4000" dirty="0"/>
              <a:t>全ての生成個体に対してコンパイルとテストを実施するため，修正時間が膨大になります．しかし，この課題は</a:t>
            </a:r>
            <a:r>
              <a:rPr lang="en-US" altLang="ja-JP" sz="4000" dirty="0" err="1"/>
              <a:t>kGenProg</a:t>
            </a:r>
            <a:r>
              <a:rPr lang="ja-JP" altLang="en-US" sz="4000" dirty="0"/>
              <a:t>によって改善されています．また，</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テストケースに過剰</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適合</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することで</a:t>
            </a:r>
            <a:r>
              <a:rPr lang="ja-JP" altLang="en-US" sz="4000" dirty="0"/>
              <a:t>本来満たすべき機能を損なう</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可能性</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があります．</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加えて，</a:t>
            </a:r>
            <a:r>
              <a:rPr lang="ja-JP" altLang="en-US" sz="3600" dirty="0"/>
              <a:t>評価値にテスト通過率のみを使用</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しているため修正結果の可読性や保守性が保証されてい</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ません．</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本研究では</a:t>
            </a:r>
            <a:r>
              <a:rPr lang="en-US" altLang="ja-JP" sz="1800" kern="100" dirty="0" err="1">
                <a:effectLst/>
                <a:latin typeface="Times New Roman" panose="02020603050405020304" pitchFamily="18" charset="0"/>
                <a:ea typeface="ＭＳ 明朝" panose="02020609040205080304" pitchFamily="17" charset="-128"/>
                <a:cs typeface="Times New Roman" panose="02020603050405020304" pitchFamily="18" charset="0"/>
              </a:rPr>
              <a:t>GenProg</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の可読性向上に注目します．</a:t>
            </a:r>
          </a:p>
          <a:p>
            <a:r>
              <a:rPr kumimoji="1" lang="ja-JP" altLang="en-US" dirty="0"/>
              <a:t>（</a:t>
            </a:r>
            <a:r>
              <a:rPr kumimoji="1" lang="en-US" altLang="ja-JP" dirty="0" err="1"/>
              <a:t>kGenProg</a:t>
            </a:r>
            <a:r>
              <a:rPr kumimoji="1" lang="ja-JP" altLang="en-US" dirty="0"/>
              <a:t>ではコンパイルやテスト実行の処理を，ファイルシステムではなく</a:t>
            </a:r>
            <a:r>
              <a:rPr lang="en-US" altLang="ja-JP" sz="1800" b="0" i="0" u="none" strike="noStrike" baseline="0" dirty="0" err="1">
                <a:latin typeface="LMRoman10-Regular"/>
              </a:rPr>
              <a:t>JavaVM</a:t>
            </a:r>
            <a:r>
              <a:rPr lang="en-US" altLang="ja-JP" sz="1800" b="0" i="0" u="none" strike="noStrike" baseline="0" dirty="0">
                <a:latin typeface="LMRoman10-Regular"/>
              </a:rPr>
              <a:t> </a:t>
            </a:r>
            <a:r>
              <a:rPr lang="ja-JP" altLang="en-US" sz="1800" b="0" i="0" u="none" strike="noStrike" baseline="0" dirty="0">
                <a:latin typeface="IPAexMincho"/>
              </a:rPr>
              <a:t>のヒープ内で行う．</a:t>
            </a:r>
            <a:r>
              <a:rPr lang="en-US" altLang="ja-JP" sz="1800" b="0" i="0" u="none" strike="noStrike" baseline="0" dirty="0" err="1">
                <a:latin typeface="IPAexMincho"/>
              </a:rPr>
              <a:t>JavaVM</a:t>
            </a:r>
            <a:r>
              <a:rPr lang="ja-JP" altLang="en-US" sz="1800" b="0" i="0" u="none" strike="noStrike" baseline="0" dirty="0">
                <a:latin typeface="IPAexMincho"/>
              </a:rPr>
              <a:t>：</a:t>
            </a:r>
            <a:r>
              <a:rPr lang="en-US" altLang="ja-JP" sz="1800" b="0" i="0" u="none" strike="noStrike" baseline="0" dirty="0">
                <a:latin typeface="IPAexMincho"/>
              </a:rPr>
              <a:t>Java</a:t>
            </a:r>
            <a:r>
              <a:rPr lang="ja-JP" altLang="en-US" sz="1800" b="0" i="0" u="none" strike="noStrike" baseline="0" dirty="0">
                <a:latin typeface="IPAexMincho"/>
              </a:rPr>
              <a:t>を実行する際に使用するソフトウェア，ヒープ：</a:t>
            </a:r>
            <a:r>
              <a:rPr lang="en-US" altLang="ja-JP" sz="1800" b="0" i="0" u="none" strike="noStrike" baseline="0" dirty="0" err="1">
                <a:latin typeface="IPAexMincho"/>
              </a:rPr>
              <a:t>JavaVM</a:t>
            </a:r>
            <a:r>
              <a:rPr lang="ja-JP" altLang="en-US" sz="1800" b="0" i="0" u="none" strike="noStrike" baseline="0" dirty="0">
                <a:latin typeface="IPAexMincho"/>
              </a:rPr>
              <a:t>が使用するメモリ空間）</a:t>
            </a:r>
            <a:endParaRPr lang="en-US" altLang="ja-JP" sz="1800" b="0" i="0" u="none" strike="noStrike" baseline="0" dirty="0">
              <a:latin typeface="IPAexMincho"/>
            </a:endParaRPr>
          </a:p>
          <a:p>
            <a:r>
              <a:rPr kumimoji="1" lang="ja-JP" altLang="en-US" sz="1800" b="0" i="0" u="none" strike="noStrike" baseline="0" dirty="0">
                <a:latin typeface="IPAexMincho"/>
              </a:rPr>
              <a:t>（過剰適応：入力として与えられたテストケースは成功するが，値が異なるテストケースは失敗するプログラムを生成）</a:t>
            </a:r>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11</a:t>
            </a:fld>
            <a:endParaRPr kumimoji="1" lang="ja-JP" altLang="en-US"/>
          </a:p>
        </p:txBody>
      </p:sp>
    </p:spTree>
    <p:extLst>
      <p:ext uri="{BB962C8B-B14F-4D97-AF65-F5344CB8AC3E}">
        <p14:creationId xmlns:p14="http://schemas.microsoft.com/office/powerpoint/2010/main" val="2697045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可読性が低下する修正例について述べます．下のコードでは，修正時に</a:t>
            </a:r>
            <a:r>
              <a:rPr lang="en-US" altLang="ja-JP" dirty="0"/>
              <a:t>9</a:t>
            </a:r>
            <a:r>
              <a:rPr lang="ja-JP" altLang="en-US" dirty="0"/>
              <a:t>行目の赤い部分が削除され，</a:t>
            </a:r>
            <a:r>
              <a:rPr lang="en-US" altLang="ja-JP" dirty="0"/>
              <a:t>10</a:t>
            </a:r>
            <a:r>
              <a:rPr lang="ja-JP" altLang="en-US" dirty="0"/>
              <a:t>，</a:t>
            </a:r>
            <a:r>
              <a:rPr lang="en-US" altLang="ja-JP" dirty="0"/>
              <a:t>11</a:t>
            </a:r>
            <a:r>
              <a:rPr lang="ja-JP" altLang="en-US" dirty="0"/>
              <a:t>行目の緑の部分が追加されています．修正結果を見ると，</a:t>
            </a:r>
            <a:r>
              <a:rPr lang="en-US" altLang="ja-JP" dirty="0"/>
              <a:t>8</a:t>
            </a:r>
            <a:r>
              <a:rPr lang="ja-JP" altLang="en-US" dirty="0"/>
              <a:t>行目と</a:t>
            </a:r>
            <a:r>
              <a:rPr lang="en-US" altLang="ja-JP" dirty="0"/>
              <a:t>10</a:t>
            </a:r>
            <a:r>
              <a:rPr lang="ja-JP" altLang="en-US" dirty="0"/>
              <a:t>行目が互いに打ち消し合う演算となっており，無駄な処理が生まれているため可読性が低くなっています．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12</a:t>
            </a:fld>
            <a:endParaRPr kumimoji="1" lang="ja-JP" altLang="en-US"/>
          </a:p>
        </p:txBody>
      </p:sp>
    </p:spTree>
    <p:extLst>
      <p:ext uri="{BB962C8B-B14F-4D97-AF65-F5344CB8AC3E}">
        <p14:creationId xmlns:p14="http://schemas.microsoft.com/office/powerpoint/2010/main" val="2526134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研究概要について述べます．目的は，遺伝的アルゴリズムを用いた自動プログラム修正の可読性向上です．内容は，</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まず</a:t>
            </a:r>
            <a:r>
              <a:rPr lang="ja-JP" altLang="en-US" sz="3600" spc="-100" dirty="0"/>
              <a:t>可読性が高いコードとの類似度を考慮した手法を提案</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します．次に，</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提案手法の</a:t>
            </a:r>
            <a:r>
              <a:rPr lang="ja-JP" altLang="en-US" sz="1800" kern="100" dirty="0">
                <a:effectLst/>
                <a:latin typeface="Times New Roman" panose="02020603050405020304" pitchFamily="18" charset="0"/>
                <a:ea typeface="ＭＳ 明朝" panose="02020609040205080304" pitchFamily="17" charset="-128"/>
                <a:cs typeface="Times New Roman" panose="02020603050405020304" pitchFamily="18" charset="0"/>
              </a:rPr>
              <a:t>有効</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性を検証します．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13</a:t>
            </a:fld>
            <a:endParaRPr kumimoji="1" lang="ja-JP" altLang="en-US"/>
          </a:p>
        </p:txBody>
      </p:sp>
    </p:spTree>
    <p:extLst>
      <p:ext uri="{BB962C8B-B14F-4D97-AF65-F5344CB8AC3E}">
        <p14:creationId xmlns:p14="http://schemas.microsoft.com/office/powerpoint/2010/main" val="351349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ja-JP" altLang="en-US" dirty="0"/>
              <a:t>提案手法について述べます．下の式のように，評価値をテスト通過率と可読性が高いコードとの類似度の和としています．類似度の計算には</a:t>
            </a:r>
            <a:r>
              <a:rPr kumimoji="1" lang="en-US" altLang="ja-JP" dirty="0" err="1"/>
              <a:t>GumTree</a:t>
            </a:r>
            <a:r>
              <a:rPr kumimoji="1" lang="ja-JP" altLang="en-US" dirty="0"/>
              <a:t>を使用します．</a:t>
            </a:r>
            <a:r>
              <a:rPr kumimoji="1" lang="en-US" altLang="ja-JP" dirty="0" err="1"/>
              <a:t>GumTree</a:t>
            </a:r>
            <a:r>
              <a:rPr kumimoji="1" lang="ja-JP" altLang="en-US" dirty="0"/>
              <a:t>は，</a:t>
            </a:r>
            <a:r>
              <a:rPr kumimoji="1" lang="en-US" altLang="ja-JP" dirty="0"/>
              <a:t>AST</a:t>
            </a:r>
            <a:r>
              <a:rPr kumimoji="1" lang="ja-JP" altLang="en-US" dirty="0"/>
              <a:t>のノード単位でコードの差分を出力するものです．（</a:t>
            </a:r>
            <a:r>
              <a:rPr lang="ja-JP" altLang="en-US" sz="1800" b="0" i="0" u="none" strike="noStrike" baseline="0" dirty="0">
                <a:latin typeface="HaranoAjiMincho-Regular-Identity-H"/>
              </a:rPr>
              <a:t>具体的には，ノードの挿入，削除，更新，移動の</a:t>
            </a:r>
            <a:r>
              <a:rPr lang="en-US" altLang="ja-JP" sz="1800" b="0" i="0" u="none" strike="noStrike" baseline="0" dirty="0">
                <a:latin typeface="CMR10"/>
              </a:rPr>
              <a:t>4 </a:t>
            </a:r>
            <a:r>
              <a:rPr lang="ja-JP" altLang="en-US" sz="1800" b="0" i="0" u="none" strike="noStrike" baseline="0" dirty="0">
                <a:latin typeface="HaranoAjiMincho-Regular-Identity-H"/>
              </a:rPr>
              <a:t>つの操作を出力します．）</a:t>
            </a:r>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14</a:t>
            </a:fld>
            <a:endParaRPr kumimoji="1" lang="ja-JP" altLang="en-US"/>
          </a:p>
        </p:txBody>
      </p:sp>
    </p:spTree>
    <p:extLst>
      <p:ext uri="{BB962C8B-B14F-4D97-AF65-F5344CB8AC3E}">
        <p14:creationId xmlns:p14="http://schemas.microsoft.com/office/powerpoint/2010/main" val="3446075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提案手法により可読性が向上するかを検証するために評価実験を行います．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実験手順について述べます．まず，</a:t>
            </a:r>
            <a:r>
              <a:rPr lang="ja-JP" altLang="en-US" sz="6000" dirty="0"/>
              <a:t>従来手法での修正時に無駄な処理が発生するコードを作成</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します．次に，</a:t>
            </a:r>
            <a:r>
              <a:rPr lang="ja-JP" altLang="en-US" sz="3600" dirty="0"/>
              <a:t>可読性が高いコードを作成</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します．最後に，</a:t>
            </a:r>
            <a:r>
              <a:rPr lang="ja-JP" altLang="en-US" sz="6000" dirty="0"/>
              <a:t>提案手法での修正時に無駄な処理が排除できたか確認</a:t>
            </a:r>
            <a:r>
              <a:rPr lang="ja-JP"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rPr>
              <a:t>します．</a:t>
            </a:r>
            <a:endParaRPr lang="en-US" altLang="ja-JP" sz="1800" kern="100" dirty="0">
              <a:effectLst/>
              <a:latin typeface="Times New Roman" panose="02020603050405020304" pitchFamily="18" charset="0"/>
              <a:ea typeface="ＭＳ 明朝" panose="02020609040205080304" pitchFamily="17" charset="-128"/>
              <a:cs typeface="Times New Roman" panose="02020603050405020304" pitchFamily="18" charset="0"/>
            </a:endParaRPr>
          </a:p>
          <a:p>
            <a:pPr algn="l"/>
            <a:r>
              <a:rPr kumimoji="1" lang="ja-JP" altLang="en-US" sz="1800" dirty="0"/>
              <a:t>実験題材について述べます．コードは</a:t>
            </a:r>
            <a:r>
              <a:rPr kumimoji="1" lang="en-US" altLang="ja-JP" sz="1800" dirty="0" err="1"/>
              <a:t>kGenProg</a:t>
            </a:r>
            <a:r>
              <a:rPr kumimoji="1" lang="ja-JP" altLang="en-US" sz="1800" dirty="0"/>
              <a:t>が</a:t>
            </a:r>
            <a:r>
              <a:rPr lang="ja-JP" altLang="en-US" sz="1800" b="0" i="0" u="none" strike="noStrike" baseline="0" dirty="0">
                <a:latin typeface="HaranoAjiMincho-Regular-Identity-H"/>
              </a:rPr>
              <a:t>用意したバグを含むソースコードを，修正時に無駄な処理が発生するよう変異させました．これを</a:t>
            </a:r>
            <a:r>
              <a:rPr lang="en-US" altLang="ja-JP" sz="1800" b="0" i="0" u="none" strike="noStrike" baseline="0" dirty="0">
                <a:latin typeface="HaranoAjiMincho-Regular-Identity-H"/>
              </a:rPr>
              <a:t>10</a:t>
            </a:r>
            <a:r>
              <a:rPr lang="ja-JP" altLang="en-US" sz="1800" b="0" i="0" u="none" strike="noStrike" baseline="0" dirty="0">
                <a:latin typeface="HaranoAjiMincho-Regular-Identity-H"/>
              </a:rPr>
              <a:t>個使用します．言語は</a:t>
            </a:r>
            <a:r>
              <a:rPr lang="en-US" altLang="ja-JP" sz="1800" b="0" i="0" u="none" strike="noStrike" baseline="0" dirty="0">
                <a:latin typeface="CMR10"/>
              </a:rPr>
              <a:t>Java </a:t>
            </a:r>
            <a:r>
              <a:rPr lang="ja-JP" altLang="en-US" sz="1800" b="0" i="0" u="none" strike="noStrike" baseline="0" dirty="0">
                <a:latin typeface="HaranoAjiMincho-Regular-Identity-H"/>
              </a:rPr>
              <a:t>で，平均行数は</a:t>
            </a:r>
            <a:r>
              <a:rPr lang="en-US" altLang="ja-JP" sz="1800" b="0" i="0" u="none" strike="noStrike" baseline="0" dirty="0">
                <a:latin typeface="HaranoAjiMincho-Regular-Identity-H"/>
              </a:rPr>
              <a:t>11.8</a:t>
            </a:r>
            <a:r>
              <a:rPr lang="ja-JP" altLang="en-US" sz="1800" b="0" i="0" u="none" strike="noStrike" baseline="0" dirty="0">
                <a:latin typeface="HaranoAjiMincho-Regular-Identity-H"/>
              </a:rPr>
              <a:t>行です．含まれているバグの行数は</a:t>
            </a:r>
            <a:r>
              <a:rPr lang="en-US" altLang="ja-JP" sz="1800" b="0" i="0" u="none" strike="noStrike" baseline="0" dirty="0">
                <a:latin typeface="HaranoAjiMincho-Regular-Identity-H"/>
              </a:rPr>
              <a:t>1</a:t>
            </a:r>
            <a:r>
              <a:rPr lang="ja-JP" altLang="en-US" sz="1800" b="0" i="0" u="none" strike="noStrike" baseline="0" dirty="0">
                <a:latin typeface="HaranoAjiMincho-Regular-Identity-H"/>
              </a:rPr>
              <a:t>行か</a:t>
            </a:r>
            <a:r>
              <a:rPr lang="en-US" altLang="ja-JP" sz="1800" b="0" i="0" u="none" strike="noStrike" baseline="0" dirty="0">
                <a:latin typeface="HaranoAjiMincho-Regular-Identity-H"/>
              </a:rPr>
              <a:t>2</a:t>
            </a:r>
            <a:r>
              <a:rPr lang="ja-JP" altLang="en-US" sz="1800" b="0" i="0" u="none" strike="noStrike" baseline="0" dirty="0">
                <a:latin typeface="HaranoAjiMincho-Regular-Identity-H"/>
              </a:rPr>
              <a:t>行で，修正ツールは</a:t>
            </a:r>
            <a:r>
              <a:rPr lang="en-US" altLang="ja-JP" sz="1800" b="0" i="0" u="none" strike="noStrike" baseline="0" dirty="0" err="1">
                <a:latin typeface="CMR10"/>
              </a:rPr>
              <a:t>kGenProg</a:t>
            </a:r>
            <a:r>
              <a:rPr lang="en-US" altLang="ja-JP" sz="1800" b="0" i="0" u="none" strike="noStrike" baseline="0" dirty="0">
                <a:latin typeface="CMR10"/>
              </a:rPr>
              <a:t> </a:t>
            </a:r>
            <a:r>
              <a:rPr lang="ja-JP" altLang="en-US" sz="1800" b="0" i="0" u="none" strike="noStrike" baseline="0" dirty="0">
                <a:latin typeface="HaranoAjiMincho-Regular-Identity-H"/>
              </a:rPr>
              <a:t>を使用します．</a:t>
            </a:r>
            <a:endParaRPr lang="en-US" altLang="ja-JP" sz="1800" b="0" i="0" u="none" strike="noStrike" baseline="0" dirty="0">
              <a:latin typeface="HaranoAjiMincho-Regular-Identity-H"/>
            </a:endParaRPr>
          </a:p>
          <a:p>
            <a:pPr algn="l"/>
            <a:r>
              <a:rPr lang="ja-JP" altLang="en-US" sz="1800" b="0" i="0" u="none" strike="noStrike" baseline="0" dirty="0">
                <a:latin typeface="HaranoAjiMincho-Regular-Identity-H"/>
              </a:rPr>
              <a:t>また，提案手法で個体が出力される条件に類似度のしきい値を追加しました．これは，すべてのテストケースに通過する個体が生成された時点で</a:t>
            </a:r>
            <a:r>
              <a:rPr lang="en-US" altLang="ja-JP" sz="1800" b="0" i="0" u="none" strike="noStrike" baseline="0" dirty="0" err="1">
                <a:latin typeface="HaranoAjiMincho-Regular-Identity-H"/>
              </a:rPr>
              <a:t>GenProg</a:t>
            </a:r>
            <a:r>
              <a:rPr lang="ja-JP" altLang="en-US" sz="1800" b="0" i="0" u="none" strike="noStrike" baseline="0" dirty="0">
                <a:latin typeface="HaranoAjiMincho-Regular-Identity-H"/>
              </a:rPr>
              <a:t>が終了するためです．</a:t>
            </a:r>
            <a:endParaRPr lang="en-US" altLang="ja-JP" sz="1800" b="0" i="0" u="none" strike="noStrike" kern="100" baseline="0" dirty="0">
              <a:effectLst/>
              <a:latin typeface="Times New Roman" panose="02020603050405020304" pitchFamily="18" charset="0"/>
              <a:ea typeface="ＭＳ 明朝" panose="02020609040205080304" pitchFamily="17" charset="-128"/>
              <a:cs typeface="Times New Roman" panose="02020603050405020304" pitchFamily="18" charset="0"/>
            </a:endParaRPr>
          </a:p>
          <a:p>
            <a:pPr algn="l"/>
            <a:r>
              <a:rPr kumimoji="1" lang="ja-JP" altLang="en-US" sz="1800" b="0" i="0" u="none" strike="noStrike" kern="100" baseline="0" dirty="0">
                <a:effectLst/>
                <a:latin typeface="Times New Roman" panose="02020603050405020304" pitchFamily="18" charset="0"/>
                <a:ea typeface="ＭＳ 明朝" panose="02020609040205080304" pitchFamily="17" charset="-128"/>
                <a:cs typeface="Times New Roman" panose="02020603050405020304" pitchFamily="18" charset="0"/>
              </a:rPr>
              <a:t>（本実験では，無駄な処理を目視で消したコードと可読性が高いコードの類似度を測った上で，しきい値を</a:t>
            </a:r>
            <a:r>
              <a:rPr kumimoji="1" lang="en-US" altLang="ja-JP" sz="1800" b="0" i="0" u="none" strike="noStrike" kern="100" baseline="0" dirty="0">
                <a:effectLst/>
                <a:latin typeface="Times New Roman" panose="02020603050405020304" pitchFamily="18" charset="0"/>
                <a:ea typeface="ＭＳ 明朝" panose="02020609040205080304" pitchFamily="17" charset="-128"/>
                <a:cs typeface="Times New Roman" panose="02020603050405020304" pitchFamily="18" charset="0"/>
              </a:rPr>
              <a:t>0.92</a:t>
            </a:r>
            <a:r>
              <a:rPr kumimoji="1" lang="ja-JP" altLang="en-US" sz="1800" b="0" i="0" u="none" strike="noStrike" kern="100" baseline="0" dirty="0">
                <a:effectLst/>
                <a:latin typeface="Times New Roman" panose="02020603050405020304" pitchFamily="18" charset="0"/>
                <a:ea typeface="ＭＳ 明朝" panose="02020609040205080304" pitchFamily="17" charset="-128"/>
                <a:cs typeface="Times New Roman" panose="02020603050405020304" pitchFamily="18" charset="0"/>
              </a:rPr>
              <a:t>としました．）</a:t>
            </a:r>
            <a:endParaRPr kumimoji="1" lang="en-US" altLang="ja-JP" sz="1800"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15</a:t>
            </a:fld>
            <a:endParaRPr kumimoji="1" lang="ja-JP" altLang="en-US"/>
          </a:p>
        </p:txBody>
      </p:sp>
    </p:spTree>
    <p:extLst>
      <p:ext uri="{BB962C8B-B14F-4D97-AF65-F5344CB8AC3E}">
        <p14:creationId xmlns:p14="http://schemas.microsoft.com/office/powerpoint/2010/main" val="17039381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実験題材のイメージです．上の２つでは，従来手法での修正時に無駄な行が追加されています．（この</a:t>
            </a:r>
            <a:r>
              <a:rPr kumimoji="1" lang="en-US" altLang="ja-JP" dirty="0"/>
              <a:t>n++,n—</a:t>
            </a:r>
            <a:r>
              <a:rPr kumimoji="1" lang="ja-JP" altLang="en-US" dirty="0"/>
              <a:t>の部分は打ち消し合っており，</a:t>
            </a:r>
            <a:r>
              <a:rPr kumimoji="1" lang="en-US" altLang="ja-JP" dirty="0"/>
              <a:t>return n</a:t>
            </a:r>
            <a:r>
              <a:rPr kumimoji="1" lang="ja-JP" altLang="en-US" dirty="0"/>
              <a:t> は必要のない処理となっています．）下のコードでは，バグを打ち消す行が追加されており，最終的に無駄な</a:t>
            </a:r>
            <a:r>
              <a:rPr kumimoji="1" lang="en-US" altLang="ja-JP" dirty="0"/>
              <a:t>2</a:t>
            </a:r>
            <a:r>
              <a:rPr kumimoji="1" lang="ja-JP" altLang="en-US" dirty="0"/>
              <a:t>行が生まれてしまいます．</a:t>
            </a:r>
            <a:endParaRPr kumimoji="1" lang="en-US" altLang="ja-JP"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16</a:t>
            </a:fld>
            <a:endParaRPr kumimoji="1" lang="ja-JP" altLang="en-US"/>
          </a:p>
        </p:txBody>
      </p:sp>
    </p:spTree>
    <p:extLst>
      <p:ext uri="{BB962C8B-B14F-4D97-AF65-F5344CB8AC3E}">
        <p14:creationId xmlns:p14="http://schemas.microsoft.com/office/powerpoint/2010/main" val="452871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実験結果について述べます．表のように，</a:t>
            </a:r>
            <a:r>
              <a:rPr kumimoji="1" lang="en-US" altLang="ja-JP" dirty="0"/>
              <a:t>10</a:t>
            </a:r>
            <a:r>
              <a:rPr lang="ja-JP" altLang="en-US" dirty="0"/>
              <a:t>個中</a:t>
            </a:r>
            <a:r>
              <a:rPr lang="en-US" altLang="ja-JP" dirty="0"/>
              <a:t>7</a:t>
            </a:r>
            <a:r>
              <a:rPr lang="ja-JP" altLang="en-US" dirty="0"/>
              <a:t>個のコードの可読性が向上</a:t>
            </a:r>
            <a:r>
              <a:rPr kumimoji="1" lang="ja-JP" altLang="en-US"/>
              <a:t>しました．○は可読性が向上したもので，✕は向上しなかったものです．減少</a:t>
            </a:r>
            <a:r>
              <a:rPr kumimoji="1" lang="ja-JP" altLang="en-US" dirty="0"/>
              <a:t>した行数の平均は</a:t>
            </a:r>
            <a:r>
              <a:rPr kumimoji="1" lang="en-US" altLang="ja-JP" dirty="0"/>
              <a:t>1.6</a:t>
            </a:r>
            <a:r>
              <a:rPr kumimoji="1" lang="ja-JP" altLang="en-US" dirty="0"/>
              <a:t>行でした．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失敗した</a:t>
            </a:r>
            <a:r>
              <a:rPr kumimoji="1" lang="en-US" altLang="ja-JP" dirty="0"/>
              <a:t>3</a:t>
            </a:r>
            <a:r>
              <a:rPr kumimoji="1" lang="ja-JP" altLang="en-US" dirty="0"/>
              <a:t>つのコードは，</a:t>
            </a:r>
            <a:r>
              <a:rPr kumimoji="1" lang="en-US" altLang="ja-JP" dirty="0"/>
              <a:t>2</a:t>
            </a:r>
            <a:r>
              <a:rPr kumimoji="1" lang="ja-JP" altLang="en-US" dirty="0"/>
              <a:t>つのパターンに分けられました．まず，し</a:t>
            </a:r>
            <a:r>
              <a:rPr lang="ja-JP" altLang="en-US" dirty="0"/>
              <a:t>きい値を超える個体が生成されない場合に失敗します．原因は，バグが複数ある場合にバグ限局ができず，失敗する可能性が高いためだと考えられます．直接的な解決策はありませんが，一定時間が経過した時点で類似度が一番高い解個体を出力</a:t>
            </a:r>
            <a:r>
              <a:rPr kumimoji="1" lang="ja-JP" altLang="en-US" dirty="0"/>
              <a:t>すれば，生成個体で一番可読性の高いコードが出力されます．また，</a:t>
            </a:r>
            <a:r>
              <a:rPr lang="ja-JP" altLang="en-US" dirty="0"/>
              <a:t>行数が多い</a:t>
            </a:r>
            <a:r>
              <a:rPr kumimoji="1" lang="ja-JP" altLang="en-US" dirty="0"/>
              <a:t>場合に失敗します．原因は，バグの箇所が相対的に少なくなり生成個体の類似度が高くなるためだと考えられます．行数によってしきい値を変更するか，類似度算出</a:t>
            </a:r>
            <a:r>
              <a:rPr lang="ja-JP" altLang="en-US" dirty="0"/>
              <a:t>の範囲</a:t>
            </a:r>
            <a:r>
              <a:rPr kumimoji="1" lang="ja-JP" altLang="en-US" dirty="0"/>
              <a:t>をバグを含むメソッドに限定すれば解決できると考えられます．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（行数からしきい値を算出する式を定義）</a:t>
            </a:r>
            <a:endParaRPr lang="en-US" altLang="ja-JP"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17</a:t>
            </a:fld>
            <a:endParaRPr kumimoji="1" lang="ja-JP" altLang="en-US"/>
          </a:p>
        </p:txBody>
      </p:sp>
    </p:spTree>
    <p:extLst>
      <p:ext uri="{BB962C8B-B14F-4D97-AF65-F5344CB8AC3E}">
        <p14:creationId xmlns:p14="http://schemas.microsoft.com/office/powerpoint/2010/main" val="3809647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ja-JP" altLang="en-US" dirty="0"/>
              <a:t>結論です．</a:t>
            </a:r>
            <a:r>
              <a:rPr lang="ja-JP" altLang="en-US" sz="1800" b="0" i="0" u="none" strike="noStrike" baseline="0" dirty="0">
                <a:latin typeface="HaranoAjiMincho-Regular-Identity-H"/>
              </a:rPr>
              <a:t>本研究では可読性が高いソースコードとの類似度を考慮した自動プログラム修正法を提案しました．提案手法の評価実験を行った結果，</a:t>
            </a:r>
            <a:r>
              <a:rPr lang="en-US" altLang="ja-JP" sz="1800" b="0" i="0" u="none" strike="noStrike" baseline="0" dirty="0">
                <a:latin typeface="CMR10"/>
              </a:rPr>
              <a:t>10 </a:t>
            </a:r>
            <a:r>
              <a:rPr lang="ja-JP" altLang="en-US" sz="1800" b="0" i="0" u="none" strike="noStrike" baseline="0" dirty="0">
                <a:latin typeface="HaranoAjiMincho-Regular-Identity-H"/>
              </a:rPr>
              <a:t>個中</a:t>
            </a:r>
            <a:r>
              <a:rPr lang="en-US" altLang="ja-JP" sz="1800" b="0" i="0" u="none" strike="noStrike" baseline="0" dirty="0">
                <a:latin typeface="CMR10"/>
              </a:rPr>
              <a:t>7 </a:t>
            </a:r>
            <a:r>
              <a:rPr lang="ja-JP" altLang="en-US" sz="1800" b="0" i="0" u="none" strike="noStrike" baseline="0" dirty="0">
                <a:latin typeface="HaranoAjiMincho-Regular-Identity-H"/>
              </a:rPr>
              <a:t>個のソースコードに可読性向上を確認し，可読性が向上しなかった場合の原因と解決策を提案しました．</a:t>
            </a:r>
            <a:endParaRPr lang="en-US" altLang="ja-JP" sz="1800" b="0" i="0" u="none" strike="noStrike" baseline="0" dirty="0">
              <a:latin typeface="HaranoAjiMincho-Regular-Identity-H"/>
            </a:endParaRPr>
          </a:p>
          <a:p>
            <a:pPr algn="l"/>
            <a:r>
              <a:rPr kumimoji="1" lang="ja-JP" altLang="en-US" sz="1800" b="0" i="0" u="none" strike="noStrike" baseline="0" dirty="0">
                <a:latin typeface="HaranoAjiMincho-Regular-Identity-H"/>
              </a:rPr>
              <a:t>以上で発表を終わります．ご清聴ありがとうございました．</a:t>
            </a:r>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18</a:t>
            </a:fld>
            <a:endParaRPr kumimoji="1" lang="ja-JP" altLang="en-US"/>
          </a:p>
        </p:txBody>
      </p:sp>
    </p:spTree>
    <p:extLst>
      <p:ext uri="{BB962C8B-B14F-4D97-AF65-F5344CB8AC3E}">
        <p14:creationId xmlns:p14="http://schemas.microsoft.com/office/powerpoint/2010/main" val="3439408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-18, 7 +18, 7</a:t>
            </a:r>
          </a:p>
          <a:p>
            <a:r>
              <a:rPr kumimoji="1" lang="en-US" altLang="ja-JP" dirty="0"/>
              <a:t>18</a:t>
            </a:r>
            <a:r>
              <a:rPr kumimoji="1" lang="ja-JP" altLang="en-US" dirty="0"/>
              <a:t>は元のコードの行番号</a:t>
            </a:r>
            <a:endParaRPr kumimoji="1" lang="en-US" altLang="ja-JP" dirty="0"/>
          </a:p>
          <a:p>
            <a:r>
              <a:rPr kumimoji="1" lang="en-US" altLang="ja-JP" dirty="0"/>
              <a:t>7</a:t>
            </a:r>
            <a:r>
              <a:rPr kumimoji="1" lang="ja-JP" altLang="en-US" dirty="0"/>
              <a:t>は</a:t>
            </a:r>
            <a:r>
              <a:rPr kumimoji="1" lang="en-US" altLang="ja-JP" dirty="0"/>
              <a:t>diff</a:t>
            </a:r>
            <a:r>
              <a:rPr kumimoji="1" lang="ja-JP" altLang="en-US" dirty="0"/>
              <a:t>の中の全体の行数</a:t>
            </a:r>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23</a:t>
            </a:fld>
            <a:endParaRPr kumimoji="1" lang="ja-JP" altLang="en-US"/>
          </a:p>
        </p:txBody>
      </p:sp>
    </p:spTree>
    <p:extLst>
      <p:ext uri="{BB962C8B-B14F-4D97-AF65-F5344CB8AC3E}">
        <p14:creationId xmlns:p14="http://schemas.microsoft.com/office/powerpoint/2010/main" val="5642156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-18, 7 +18, 7</a:t>
            </a:r>
          </a:p>
          <a:p>
            <a:r>
              <a:rPr kumimoji="1" lang="en-US" altLang="ja-JP" dirty="0"/>
              <a:t>18</a:t>
            </a:r>
            <a:r>
              <a:rPr kumimoji="1" lang="ja-JP" altLang="en-US" dirty="0"/>
              <a:t>は元のコードの行番号</a:t>
            </a:r>
            <a:endParaRPr kumimoji="1" lang="en-US" altLang="ja-JP" dirty="0"/>
          </a:p>
          <a:p>
            <a:r>
              <a:rPr kumimoji="1" lang="en-US" altLang="ja-JP" dirty="0"/>
              <a:t>7</a:t>
            </a:r>
            <a:r>
              <a:rPr kumimoji="1" lang="ja-JP" altLang="en-US" dirty="0"/>
              <a:t>は</a:t>
            </a:r>
            <a:r>
              <a:rPr kumimoji="1" lang="en-US" altLang="ja-JP" dirty="0"/>
              <a:t>diff</a:t>
            </a:r>
            <a:r>
              <a:rPr kumimoji="1" lang="ja-JP" altLang="en-US" dirty="0"/>
              <a:t>の中の全体の行数</a:t>
            </a:r>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24</a:t>
            </a:fld>
            <a:endParaRPr kumimoji="1" lang="ja-JP" altLang="en-US"/>
          </a:p>
        </p:txBody>
      </p:sp>
    </p:spTree>
    <p:extLst>
      <p:ext uri="{BB962C8B-B14F-4D97-AF65-F5344CB8AC3E}">
        <p14:creationId xmlns:p14="http://schemas.microsoft.com/office/powerpoint/2010/main" val="1532401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可読性が高いコードの例について述べます．修正対象をベースにバグや無駄な処理を消していますが，変数名は変更しています．提案手法では，変数名が</a:t>
            </a:r>
            <a:r>
              <a:rPr kumimoji="1" lang="en-US" altLang="ja-JP" dirty="0"/>
              <a:t>n</a:t>
            </a:r>
            <a:r>
              <a:rPr kumimoji="1" lang="ja-JP" altLang="en-US" dirty="0"/>
              <a:t>のままでこのコードに近づけることを目指します．</a:t>
            </a:r>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25</a:t>
            </a:fld>
            <a:endParaRPr kumimoji="1" lang="ja-JP" altLang="en-US"/>
          </a:p>
        </p:txBody>
      </p:sp>
    </p:spTree>
    <p:extLst>
      <p:ext uri="{BB962C8B-B14F-4D97-AF65-F5344CB8AC3E}">
        <p14:creationId xmlns:p14="http://schemas.microsoft.com/office/powerpoint/2010/main" val="13636390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a:t>
            </a:r>
            <a:r>
              <a:rPr kumimoji="1" lang="ja-JP" altLang="en-US" dirty="0"/>
              <a:t>つ目の失敗したコードは，</a:t>
            </a:r>
            <a:r>
              <a:rPr kumimoji="1" lang="en-US" altLang="ja-JP" dirty="0"/>
              <a:t>8</a:t>
            </a:r>
            <a:r>
              <a:rPr kumimoji="1" lang="ja-JP" altLang="en-US" dirty="0"/>
              <a:t>行目のバグを削除した個体が生成されないことで失敗しました．</a:t>
            </a:r>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26</a:t>
            </a:fld>
            <a:endParaRPr kumimoji="1" lang="ja-JP" altLang="en-US"/>
          </a:p>
        </p:txBody>
      </p:sp>
    </p:spTree>
    <p:extLst>
      <p:ext uri="{BB962C8B-B14F-4D97-AF65-F5344CB8AC3E}">
        <p14:creationId xmlns:p14="http://schemas.microsoft.com/office/powerpoint/2010/main" val="2634574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2</a:t>
            </a:r>
            <a:r>
              <a:rPr kumimoji="1" lang="ja-JP" altLang="en-US" dirty="0"/>
              <a:t>つ目の失敗したコードは，生成個体に複雑なものが多く，類似度が大きい個体が現れなかったため失敗しました．</a:t>
            </a:r>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27</a:t>
            </a:fld>
            <a:endParaRPr kumimoji="1" lang="ja-JP" altLang="en-US"/>
          </a:p>
        </p:txBody>
      </p:sp>
    </p:spTree>
    <p:extLst>
      <p:ext uri="{BB962C8B-B14F-4D97-AF65-F5344CB8AC3E}">
        <p14:creationId xmlns:p14="http://schemas.microsoft.com/office/powerpoint/2010/main" val="13791550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en-US" altLang="ja-JP" dirty="0"/>
              <a:t>3</a:t>
            </a:r>
            <a:r>
              <a:rPr kumimoji="1" lang="ja-JP" altLang="en-US" dirty="0"/>
              <a:t>つ目の失敗したコードは，行数が多いため修正するバグの</a:t>
            </a:r>
            <a:r>
              <a:rPr lang="ja-JP" altLang="en-US" sz="1800" b="0" i="0" u="none" strike="noStrike" baseline="0" dirty="0">
                <a:latin typeface="HaranoAjiMincho-Regular-Identity-H"/>
              </a:rPr>
              <a:t>行数が相対的に少なくなり，個体の類似度高くなりしきい値</a:t>
            </a:r>
            <a:r>
              <a:rPr lang="en-US" altLang="ja-JP" sz="1800" b="0" i="0" u="none" strike="noStrike" baseline="0" dirty="0">
                <a:latin typeface="HaranoAjiMincho-Regular-Identity-H"/>
              </a:rPr>
              <a:t>0.92</a:t>
            </a:r>
            <a:r>
              <a:rPr lang="ja-JP" altLang="en-US" sz="1800" b="0" i="0" u="none" strike="noStrike" baseline="0" dirty="0">
                <a:latin typeface="HaranoAjiMincho-Regular-Identity-H"/>
              </a:rPr>
              <a:t>を大幅に超えました．</a:t>
            </a:r>
            <a:endParaRPr kumimoji="1" lang="ja-JP" altLang="en-US" dirty="0"/>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28</a:t>
            </a:fld>
            <a:endParaRPr kumimoji="1" lang="ja-JP" altLang="en-US"/>
          </a:p>
        </p:txBody>
      </p:sp>
    </p:spTree>
    <p:extLst>
      <p:ext uri="{BB962C8B-B14F-4D97-AF65-F5344CB8AC3E}">
        <p14:creationId xmlns:p14="http://schemas.microsoft.com/office/powerpoint/2010/main" val="798720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-18, 7 +18, 7</a:t>
            </a:r>
          </a:p>
          <a:p>
            <a:r>
              <a:rPr kumimoji="1" lang="en-US" altLang="ja-JP" dirty="0"/>
              <a:t>18</a:t>
            </a:r>
            <a:r>
              <a:rPr kumimoji="1" lang="ja-JP" altLang="en-US" dirty="0"/>
              <a:t>は元のコードの行番号</a:t>
            </a:r>
            <a:endParaRPr kumimoji="1" lang="en-US" altLang="ja-JP" dirty="0"/>
          </a:p>
          <a:p>
            <a:r>
              <a:rPr kumimoji="1" lang="en-US" altLang="ja-JP" dirty="0"/>
              <a:t>7</a:t>
            </a:r>
            <a:r>
              <a:rPr kumimoji="1" lang="ja-JP" altLang="en-US" dirty="0"/>
              <a:t>は</a:t>
            </a:r>
            <a:r>
              <a:rPr kumimoji="1" lang="en-US" altLang="ja-JP" dirty="0"/>
              <a:t>diff</a:t>
            </a:r>
            <a:r>
              <a:rPr kumimoji="1" lang="ja-JP" altLang="en-US" dirty="0"/>
              <a:t>の中の全体の行数</a:t>
            </a:r>
          </a:p>
        </p:txBody>
      </p:sp>
      <p:sp>
        <p:nvSpPr>
          <p:cNvPr id="4" name="スライド番号プレースホルダー 3"/>
          <p:cNvSpPr>
            <a:spLocks noGrp="1"/>
          </p:cNvSpPr>
          <p:nvPr>
            <p:ph type="sldNum" sz="quarter" idx="5"/>
          </p:nvPr>
        </p:nvSpPr>
        <p:spPr/>
        <p:txBody>
          <a:bodyPr/>
          <a:lstStyle/>
          <a:p>
            <a:fld id="{E2F571E9-EC25-48C6-9D37-08180A15C3ED}" type="slidenum">
              <a:rPr kumimoji="1" lang="ja-JP" altLang="en-US" smtClean="0"/>
              <a:t>33</a:t>
            </a:fld>
            <a:endParaRPr kumimoji="1" lang="ja-JP" altLang="en-US"/>
          </a:p>
        </p:txBody>
      </p:sp>
    </p:spTree>
    <p:extLst>
      <p:ext uri="{BB962C8B-B14F-4D97-AF65-F5344CB8AC3E}">
        <p14:creationId xmlns:p14="http://schemas.microsoft.com/office/powerpoint/2010/main" val="1618328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759" y="501474"/>
            <a:ext cx="9144000" cy="2866256"/>
          </a:xfrm>
        </p:spPr>
        <p:txBody>
          <a:bodyPr anchor="b">
            <a:normAutofit/>
          </a:bodyPr>
          <a:lstStyle>
            <a:lvl1pPr algn="ctr">
              <a:defRPr sz="4800"/>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5438775" y="4640599"/>
            <a:ext cx="3289589" cy="1522076"/>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6" name="正方形/長方形 5">
            <a:extLst>
              <a:ext uri="{FF2B5EF4-FFF2-40B4-BE49-F238E27FC236}">
                <a16:creationId xmlns:a16="http://schemas.microsoft.com/office/drawing/2014/main" id="{3CACF31C-D22B-8E4F-92C2-8684F2450A08}"/>
              </a:ext>
            </a:extLst>
          </p:cNvPr>
          <p:cNvSpPr/>
          <p:nvPr userDrawn="1"/>
        </p:nvSpPr>
        <p:spPr>
          <a:xfrm flipV="1">
            <a:off x="415636" y="3367730"/>
            <a:ext cx="8312728" cy="5888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スライド番号プレースホルダー 4">
            <a:extLst>
              <a:ext uri="{FF2B5EF4-FFF2-40B4-BE49-F238E27FC236}">
                <a16:creationId xmlns:a16="http://schemas.microsoft.com/office/drawing/2014/main" id="{1FCD564C-9921-4519-B90D-EE471F359202}"/>
              </a:ext>
            </a:extLst>
          </p:cNvPr>
          <p:cNvSpPr>
            <a:spLocks noGrp="1"/>
          </p:cNvSpPr>
          <p:nvPr>
            <p:ph type="sldNum" sz="quarter" idx="4"/>
          </p:nvPr>
        </p:nvSpPr>
        <p:spPr>
          <a:xfrm>
            <a:off x="7086600" y="6467475"/>
            <a:ext cx="2057400" cy="390524"/>
          </a:xfrm>
          <a:prstGeom prst="rect">
            <a:avLst/>
          </a:prstGeom>
        </p:spPr>
        <p:txBody>
          <a:bodyPr vert="horz" lIns="91440" tIns="45720" rIns="91440" bIns="45720" rtlCol="0" anchor="ctr"/>
          <a:lstStyle>
            <a:lvl1pPr algn="r">
              <a:defRPr sz="2000">
                <a:solidFill>
                  <a:schemeClr val="bg1"/>
                </a:solidFill>
                <a:latin typeface="Arial" panose="020B0604020202020204" pitchFamily="34" charset="0"/>
                <a:ea typeface="ＭＳ ゴシック" panose="020B0609070205080204" pitchFamily="49" charset="-128"/>
                <a:cs typeface="Arial" panose="020B0604020202020204" pitchFamily="34" charset="0"/>
              </a:defRPr>
            </a:lvl1pPr>
          </a:lstStyle>
          <a:p>
            <a:fld id="{3D1E95EC-FA06-447C-B439-F51D604829FB}" type="slidenum">
              <a:rPr kumimoji="1" lang="ja-JP" altLang="en-US" smtClean="0"/>
              <a:pPr/>
              <a:t>‹#›</a:t>
            </a:fld>
            <a:endParaRPr kumimoji="1" lang="ja-JP" altLang="en-US" dirty="0"/>
          </a:p>
        </p:txBody>
      </p:sp>
    </p:spTree>
    <p:extLst>
      <p:ext uri="{BB962C8B-B14F-4D97-AF65-F5344CB8AC3E}">
        <p14:creationId xmlns:p14="http://schemas.microsoft.com/office/powerpoint/2010/main" val="3278292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44998"/>
            <a:ext cx="9143999" cy="680693"/>
          </a:xfrm>
        </p:spPr>
        <p:txBody>
          <a:bodyPr>
            <a:normAutofit/>
          </a:bodyPr>
          <a:lstStyle>
            <a:lvl1pPr algn="l">
              <a:defRPr sz="3600"/>
            </a:lvl1pPr>
          </a:lstStyle>
          <a:p>
            <a:r>
              <a:rPr lang="ja-JP" altLang="en-US" dirty="0"/>
              <a:t>マスタータイトルの書式設定</a:t>
            </a:r>
            <a:endParaRPr lang="en-US" dirty="0"/>
          </a:p>
        </p:txBody>
      </p:sp>
      <p:sp>
        <p:nvSpPr>
          <p:cNvPr id="3" name="Content Placeholder 2"/>
          <p:cNvSpPr>
            <a:spLocks noGrp="1"/>
          </p:cNvSpPr>
          <p:nvPr>
            <p:ph idx="1"/>
          </p:nvPr>
        </p:nvSpPr>
        <p:spPr>
          <a:xfrm>
            <a:off x="0" y="816627"/>
            <a:ext cx="9144000" cy="5650848"/>
          </a:xfrm>
        </p:spPr>
        <p:txBody>
          <a:bodyPr lIns="90000"/>
          <a:lstStyle>
            <a:lvl1pPr marL="403225" indent="-403225">
              <a:tabLst/>
              <a:defRPr sz="2800" spc="0"/>
            </a:lvl1pPr>
            <a:lvl2pPr marL="849313" indent="-392113">
              <a:buFont typeface="Wingdings" panose="05000000000000000000" pitchFamily="2" charset="2"/>
              <a:buChar char="l"/>
              <a:tabLst/>
              <a:defRPr sz="2400" spc="0"/>
            </a:lvl2pPr>
            <a:lvl3pPr marL="1257300" indent="-342900">
              <a:buFont typeface="Wingdings" panose="05000000000000000000" pitchFamily="2" charset="2"/>
              <a:buChar char="u"/>
              <a:defRPr sz="2000" spc="0"/>
            </a:lvl3pPr>
          </a:lstStyle>
          <a:p>
            <a:pPr lvl="0"/>
            <a:r>
              <a:rPr lang="ja-JP" altLang="en-US" dirty="0"/>
              <a:t>マスター テキストの書式設定</a:t>
            </a:r>
            <a:endParaRPr lang="en-US" altLang="ja-JP" dirty="0"/>
          </a:p>
          <a:p>
            <a:pPr lvl="1"/>
            <a:r>
              <a:rPr lang="ja-JP" altLang="en-US" dirty="0"/>
              <a:t>第 </a:t>
            </a:r>
            <a:r>
              <a:rPr lang="en-US" altLang="ja-JP" dirty="0"/>
              <a:t>2 </a:t>
            </a:r>
            <a:r>
              <a:rPr lang="ja-JP" altLang="en-US" dirty="0"/>
              <a:t>レベル</a:t>
            </a:r>
            <a:endParaRPr lang="en-US" altLang="ja-JP" dirty="0"/>
          </a:p>
          <a:p>
            <a:pPr lvl="2"/>
            <a:r>
              <a:rPr lang="ja-JP" altLang="en-US" dirty="0"/>
              <a:t>第 </a:t>
            </a:r>
            <a:r>
              <a:rPr lang="en-US" altLang="ja-JP" dirty="0"/>
              <a:t>3 </a:t>
            </a:r>
            <a:r>
              <a:rPr lang="ja-JP" altLang="en-US" dirty="0"/>
              <a:t>レベル</a:t>
            </a:r>
          </a:p>
        </p:txBody>
      </p:sp>
      <p:sp>
        <p:nvSpPr>
          <p:cNvPr id="7" name="正方形/長方形 6">
            <a:extLst>
              <a:ext uri="{FF2B5EF4-FFF2-40B4-BE49-F238E27FC236}">
                <a16:creationId xmlns:a16="http://schemas.microsoft.com/office/drawing/2014/main" id="{700B8104-7983-FA47-829D-BF25366DBCBB}"/>
              </a:ext>
            </a:extLst>
          </p:cNvPr>
          <p:cNvSpPr/>
          <p:nvPr userDrawn="1"/>
        </p:nvSpPr>
        <p:spPr>
          <a:xfrm flipV="1">
            <a:off x="0" y="725691"/>
            <a:ext cx="9144000" cy="55320"/>
          </a:xfrm>
          <a:prstGeom prst="rect">
            <a:avLst/>
          </a:prstGeom>
          <a:gradFill flip="none" rotWithShape="1">
            <a:gsLst>
              <a:gs pos="56000">
                <a:schemeClr val="accent1">
                  <a:lumMod val="75000"/>
                </a:schemeClr>
              </a:gs>
              <a:gs pos="86000">
                <a:schemeClr val="accent1">
                  <a:tint val="44500"/>
                  <a:satMod val="160000"/>
                </a:schemeClr>
              </a:gs>
              <a:gs pos="100000">
                <a:schemeClr val="accent1">
                  <a:tint val="23500"/>
                  <a:satMod val="16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4">
            <a:extLst>
              <a:ext uri="{FF2B5EF4-FFF2-40B4-BE49-F238E27FC236}">
                <a16:creationId xmlns:a16="http://schemas.microsoft.com/office/drawing/2014/main" id="{3B40453F-6BA9-4B9D-A40D-41AFAA500EF0}"/>
              </a:ext>
            </a:extLst>
          </p:cNvPr>
          <p:cNvSpPr>
            <a:spLocks noGrp="1"/>
          </p:cNvSpPr>
          <p:nvPr>
            <p:ph type="sldNum" sz="quarter" idx="4"/>
          </p:nvPr>
        </p:nvSpPr>
        <p:spPr>
          <a:xfrm>
            <a:off x="7086600" y="6467475"/>
            <a:ext cx="2057400" cy="390524"/>
          </a:xfrm>
          <a:prstGeom prst="rect">
            <a:avLst/>
          </a:prstGeom>
        </p:spPr>
        <p:txBody>
          <a:bodyPr vert="horz" lIns="91440" tIns="45720" rIns="91440" bIns="45720" rtlCol="0" anchor="ctr"/>
          <a:lstStyle>
            <a:lvl1pPr algn="r">
              <a:defRPr sz="2000">
                <a:solidFill>
                  <a:schemeClr val="bg1"/>
                </a:solidFill>
                <a:latin typeface="Arial" panose="020B0604020202020204" pitchFamily="34" charset="0"/>
                <a:ea typeface="ＭＳ ゴシック" panose="020B0609070205080204" pitchFamily="49" charset="-128"/>
                <a:cs typeface="Arial" panose="020B0604020202020204" pitchFamily="34" charset="0"/>
              </a:defRPr>
            </a:lvl1pPr>
          </a:lstStyle>
          <a:p>
            <a:fld id="{3D1E95EC-FA06-447C-B439-F51D604829FB}" type="slidenum">
              <a:rPr kumimoji="1" lang="ja-JP" altLang="en-US" smtClean="0"/>
              <a:pPr/>
              <a:t>‹#›</a:t>
            </a:fld>
            <a:endParaRPr kumimoji="1" lang="ja-JP" altLang="en-US" dirty="0"/>
          </a:p>
        </p:txBody>
      </p:sp>
    </p:spTree>
    <p:extLst>
      <p:ext uri="{BB962C8B-B14F-4D97-AF65-F5344CB8AC3E}">
        <p14:creationId xmlns:p14="http://schemas.microsoft.com/office/powerpoint/2010/main" val="47341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0" y="816627"/>
            <a:ext cx="4572000" cy="5650848"/>
          </a:xfrm>
        </p:spPr>
        <p:txBody>
          <a:bodyPr lIns="90000"/>
          <a:lstStyle>
            <a:lvl1pPr marL="403225" indent="-403225">
              <a:tabLst/>
              <a:defRPr sz="2800" spc="0"/>
            </a:lvl1pPr>
            <a:lvl2pPr marL="849313" indent="-392113">
              <a:buFont typeface="Wingdings" panose="05000000000000000000" pitchFamily="2" charset="2"/>
              <a:buChar char="l"/>
              <a:tabLst/>
              <a:defRPr sz="2400" spc="0"/>
            </a:lvl2pPr>
            <a:lvl3pPr marL="1257300" indent="-342900">
              <a:buFont typeface="Wingdings" panose="05000000000000000000" pitchFamily="2" charset="2"/>
              <a:buChar char="u"/>
              <a:defRPr sz="2000" spc="0"/>
            </a:lvl3pPr>
          </a:lstStyle>
          <a:p>
            <a:pPr lvl="0"/>
            <a:r>
              <a:rPr lang="ja-JP" altLang="en-US" dirty="0"/>
              <a:t>マスター テキストの書式設定</a:t>
            </a:r>
            <a:endParaRPr lang="en-US" altLang="ja-JP" dirty="0"/>
          </a:p>
          <a:p>
            <a:pPr lvl="1"/>
            <a:r>
              <a:rPr lang="ja-JP" altLang="en-US" dirty="0"/>
              <a:t>第 </a:t>
            </a:r>
            <a:r>
              <a:rPr lang="en-US" altLang="ja-JP" dirty="0"/>
              <a:t>2 </a:t>
            </a:r>
            <a:r>
              <a:rPr lang="ja-JP" altLang="en-US" dirty="0"/>
              <a:t>レベル</a:t>
            </a:r>
            <a:endParaRPr lang="en-US" altLang="ja-JP" dirty="0"/>
          </a:p>
          <a:p>
            <a:pPr lvl="2"/>
            <a:r>
              <a:rPr lang="ja-JP" altLang="en-US" dirty="0"/>
              <a:t>第 </a:t>
            </a:r>
            <a:r>
              <a:rPr lang="en-US" altLang="ja-JP" dirty="0"/>
              <a:t>3 </a:t>
            </a:r>
            <a:r>
              <a:rPr lang="ja-JP" altLang="en-US" dirty="0"/>
              <a:t>レベル</a:t>
            </a:r>
          </a:p>
        </p:txBody>
      </p:sp>
      <p:sp>
        <p:nvSpPr>
          <p:cNvPr id="7" name="正方形/長方形 6">
            <a:extLst>
              <a:ext uri="{FF2B5EF4-FFF2-40B4-BE49-F238E27FC236}">
                <a16:creationId xmlns:a16="http://schemas.microsoft.com/office/drawing/2014/main" id="{700B8104-7983-FA47-829D-BF25366DBCBB}"/>
              </a:ext>
            </a:extLst>
          </p:cNvPr>
          <p:cNvSpPr/>
          <p:nvPr userDrawn="1"/>
        </p:nvSpPr>
        <p:spPr>
          <a:xfrm flipV="1">
            <a:off x="0" y="725691"/>
            <a:ext cx="9144000" cy="55320"/>
          </a:xfrm>
          <a:prstGeom prst="rect">
            <a:avLst/>
          </a:prstGeom>
          <a:gradFill flip="none" rotWithShape="1">
            <a:gsLst>
              <a:gs pos="56000">
                <a:schemeClr val="accent1">
                  <a:lumMod val="75000"/>
                </a:schemeClr>
              </a:gs>
              <a:gs pos="86000">
                <a:schemeClr val="accent1">
                  <a:tint val="44500"/>
                  <a:satMod val="160000"/>
                </a:schemeClr>
              </a:gs>
              <a:gs pos="100000">
                <a:schemeClr val="accent1">
                  <a:tint val="23500"/>
                  <a:satMod val="16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4">
            <a:extLst>
              <a:ext uri="{FF2B5EF4-FFF2-40B4-BE49-F238E27FC236}">
                <a16:creationId xmlns:a16="http://schemas.microsoft.com/office/drawing/2014/main" id="{3B40453F-6BA9-4B9D-A40D-41AFAA500EF0}"/>
              </a:ext>
            </a:extLst>
          </p:cNvPr>
          <p:cNvSpPr>
            <a:spLocks noGrp="1"/>
          </p:cNvSpPr>
          <p:nvPr>
            <p:ph type="sldNum" sz="quarter" idx="4"/>
          </p:nvPr>
        </p:nvSpPr>
        <p:spPr>
          <a:xfrm>
            <a:off x="7086600" y="6467475"/>
            <a:ext cx="2057400" cy="390524"/>
          </a:xfrm>
          <a:prstGeom prst="rect">
            <a:avLst/>
          </a:prstGeom>
        </p:spPr>
        <p:txBody>
          <a:bodyPr vert="horz" lIns="91440" tIns="45720" rIns="91440" bIns="45720" rtlCol="0" anchor="ctr"/>
          <a:lstStyle>
            <a:lvl1pPr algn="r">
              <a:defRPr sz="2000">
                <a:solidFill>
                  <a:schemeClr val="bg1"/>
                </a:solidFill>
                <a:latin typeface="Arial" panose="020B0604020202020204" pitchFamily="34" charset="0"/>
                <a:ea typeface="ＭＳ ゴシック" panose="020B0609070205080204" pitchFamily="49" charset="-128"/>
                <a:cs typeface="Arial" panose="020B0604020202020204" pitchFamily="34" charset="0"/>
              </a:defRPr>
            </a:lvl1pPr>
          </a:lstStyle>
          <a:p>
            <a:fld id="{3D1E95EC-FA06-447C-B439-F51D604829FB}" type="slidenum">
              <a:rPr kumimoji="1" lang="ja-JP" altLang="en-US" smtClean="0"/>
              <a:pPr/>
              <a:t>‹#›</a:t>
            </a:fld>
            <a:endParaRPr kumimoji="1" lang="ja-JP" altLang="en-US" dirty="0"/>
          </a:p>
        </p:txBody>
      </p:sp>
      <p:sp>
        <p:nvSpPr>
          <p:cNvPr id="8" name="Content Placeholder 2">
            <a:extLst>
              <a:ext uri="{FF2B5EF4-FFF2-40B4-BE49-F238E27FC236}">
                <a16:creationId xmlns:a16="http://schemas.microsoft.com/office/drawing/2014/main" id="{7895BD7F-1F30-4062-AB8E-3B472A39531C}"/>
              </a:ext>
            </a:extLst>
          </p:cNvPr>
          <p:cNvSpPr>
            <a:spLocks noGrp="1"/>
          </p:cNvSpPr>
          <p:nvPr>
            <p:ph idx="10"/>
          </p:nvPr>
        </p:nvSpPr>
        <p:spPr>
          <a:xfrm>
            <a:off x="0" y="816627"/>
            <a:ext cx="4572000" cy="5650848"/>
          </a:xfrm>
        </p:spPr>
        <p:txBody>
          <a:bodyPr lIns="90000"/>
          <a:lstStyle>
            <a:lvl1pPr marL="403225" indent="-403225">
              <a:tabLst/>
              <a:defRPr sz="2800" spc="0"/>
            </a:lvl1pPr>
            <a:lvl2pPr marL="849313" indent="-392113">
              <a:buFont typeface="Wingdings" panose="05000000000000000000" pitchFamily="2" charset="2"/>
              <a:buChar char="l"/>
              <a:tabLst/>
              <a:defRPr sz="2400" spc="0"/>
            </a:lvl2pPr>
            <a:lvl3pPr marL="1257300" indent="-342900">
              <a:buFont typeface="Wingdings" panose="05000000000000000000" pitchFamily="2" charset="2"/>
              <a:buChar char="u"/>
              <a:defRPr sz="2000" spc="0"/>
            </a:lvl3pPr>
          </a:lstStyle>
          <a:p>
            <a:pPr lvl="0"/>
            <a:r>
              <a:rPr lang="ja-JP" altLang="en-US" dirty="0"/>
              <a:t>マスター テキストの書式設定</a:t>
            </a:r>
            <a:endParaRPr lang="en-US" altLang="ja-JP" dirty="0"/>
          </a:p>
          <a:p>
            <a:pPr lvl="1"/>
            <a:r>
              <a:rPr lang="ja-JP" altLang="en-US" dirty="0"/>
              <a:t>第 </a:t>
            </a:r>
            <a:r>
              <a:rPr lang="en-US" altLang="ja-JP" dirty="0"/>
              <a:t>2 </a:t>
            </a:r>
            <a:r>
              <a:rPr lang="ja-JP" altLang="en-US" dirty="0"/>
              <a:t>レベル</a:t>
            </a:r>
            <a:endParaRPr lang="en-US" altLang="ja-JP" dirty="0"/>
          </a:p>
          <a:p>
            <a:pPr lvl="2"/>
            <a:r>
              <a:rPr lang="ja-JP" altLang="en-US" dirty="0"/>
              <a:t>第 </a:t>
            </a:r>
            <a:r>
              <a:rPr lang="en-US" altLang="ja-JP" dirty="0"/>
              <a:t>3 </a:t>
            </a:r>
            <a:r>
              <a:rPr lang="ja-JP" altLang="en-US" dirty="0"/>
              <a:t>レベル</a:t>
            </a:r>
          </a:p>
        </p:txBody>
      </p:sp>
      <p:sp>
        <p:nvSpPr>
          <p:cNvPr id="9" name="Title 1">
            <a:extLst>
              <a:ext uri="{FF2B5EF4-FFF2-40B4-BE49-F238E27FC236}">
                <a16:creationId xmlns:a16="http://schemas.microsoft.com/office/drawing/2014/main" id="{E5B029CD-C826-4E3F-A1FB-F2C917925C5B}"/>
              </a:ext>
            </a:extLst>
          </p:cNvPr>
          <p:cNvSpPr>
            <a:spLocks noGrp="1"/>
          </p:cNvSpPr>
          <p:nvPr>
            <p:ph type="title" hasCustomPrompt="1"/>
          </p:nvPr>
        </p:nvSpPr>
        <p:spPr>
          <a:xfrm>
            <a:off x="0" y="44998"/>
            <a:ext cx="9143999" cy="680693"/>
          </a:xfrm>
        </p:spPr>
        <p:txBody>
          <a:bodyPr>
            <a:normAutofit/>
          </a:bodyPr>
          <a:lstStyle>
            <a:lvl1pPr algn="l">
              <a:defRPr sz="3600"/>
            </a:lvl1pPr>
          </a:lstStyle>
          <a:p>
            <a:r>
              <a:rPr lang="ja-JP" altLang="en-US" dirty="0"/>
              <a:t>マスタータイトルの書式設定</a:t>
            </a:r>
            <a:endParaRPr lang="en-US" dirty="0"/>
          </a:p>
        </p:txBody>
      </p:sp>
    </p:spTree>
    <p:extLst>
      <p:ext uri="{BB962C8B-B14F-4D97-AF65-F5344CB8AC3E}">
        <p14:creationId xmlns:p14="http://schemas.microsoft.com/office/powerpoint/2010/main" val="833302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00B8104-7983-FA47-829D-BF25366DBCBB}"/>
              </a:ext>
            </a:extLst>
          </p:cNvPr>
          <p:cNvSpPr/>
          <p:nvPr userDrawn="1"/>
        </p:nvSpPr>
        <p:spPr>
          <a:xfrm flipV="1">
            <a:off x="0" y="725691"/>
            <a:ext cx="9144000" cy="55320"/>
          </a:xfrm>
          <a:prstGeom prst="rect">
            <a:avLst/>
          </a:prstGeom>
          <a:gradFill flip="none" rotWithShape="1">
            <a:gsLst>
              <a:gs pos="56000">
                <a:schemeClr val="accent1">
                  <a:lumMod val="75000"/>
                </a:schemeClr>
              </a:gs>
              <a:gs pos="86000">
                <a:schemeClr val="accent1">
                  <a:tint val="44500"/>
                  <a:satMod val="160000"/>
                </a:schemeClr>
              </a:gs>
              <a:gs pos="100000">
                <a:schemeClr val="accent1">
                  <a:tint val="23500"/>
                  <a:satMod val="16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4">
            <a:extLst>
              <a:ext uri="{FF2B5EF4-FFF2-40B4-BE49-F238E27FC236}">
                <a16:creationId xmlns:a16="http://schemas.microsoft.com/office/drawing/2014/main" id="{3B40453F-6BA9-4B9D-A40D-41AFAA500EF0}"/>
              </a:ext>
            </a:extLst>
          </p:cNvPr>
          <p:cNvSpPr>
            <a:spLocks noGrp="1"/>
          </p:cNvSpPr>
          <p:nvPr>
            <p:ph type="sldNum" sz="quarter" idx="4"/>
          </p:nvPr>
        </p:nvSpPr>
        <p:spPr>
          <a:xfrm>
            <a:off x="7086600" y="6467475"/>
            <a:ext cx="2057400" cy="390524"/>
          </a:xfrm>
          <a:prstGeom prst="rect">
            <a:avLst/>
          </a:prstGeom>
        </p:spPr>
        <p:txBody>
          <a:bodyPr vert="horz" lIns="91440" tIns="45720" rIns="91440" bIns="45720" rtlCol="0" anchor="ctr"/>
          <a:lstStyle>
            <a:lvl1pPr algn="r">
              <a:defRPr sz="2000">
                <a:solidFill>
                  <a:schemeClr val="bg1"/>
                </a:solidFill>
                <a:latin typeface="Arial" panose="020B0604020202020204" pitchFamily="34" charset="0"/>
                <a:ea typeface="ＭＳ ゴシック" panose="020B0609070205080204" pitchFamily="49" charset="-128"/>
                <a:cs typeface="Arial" panose="020B0604020202020204" pitchFamily="34" charset="0"/>
              </a:defRPr>
            </a:lvl1pPr>
          </a:lstStyle>
          <a:p>
            <a:fld id="{3D1E95EC-FA06-447C-B439-F51D604829FB}" type="slidenum">
              <a:rPr kumimoji="1" lang="ja-JP" altLang="en-US" smtClean="0"/>
              <a:pPr/>
              <a:t>‹#›</a:t>
            </a:fld>
            <a:endParaRPr kumimoji="1" lang="ja-JP" altLang="en-US" dirty="0"/>
          </a:p>
        </p:txBody>
      </p:sp>
      <p:sp>
        <p:nvSpPr>
          <p:cNvPr id="8" name="Content Placeholder 2">
            <a:extLst>
              <a:ext uri="{FF2B5EF4-FFF2-40B4-BE49-F238E27FC236}">
                <a16:creationId xmlns:a16="http://schemas.microsoft.com/office/drawing/2014/main" id="{7895BD7F-1F30-4062-AB8E-3B472A39531C}"/>
              </a:ext>
            </a:extLst>
          </p:cNvPr>
          <p:cNvSpPr>
            <a:spLocks noGrp="1"/>
          </p:cNvSpPr>
          <p:nvPr>
            <p:ph idx="10"/>
          </p:nvPr>
        </p:nvSpPr>
        <p:spPr>
          <a:xfrm>
            <a:off x="0" y="816627"/>
            <a:ext cx="4572000" cy="5650848"/>
          </a:xfrm>
        </p:spPr>
        <p:txBody>
          <a:bodyPr lIns="90000"/>
          <a:lstStyle>
            <a:lvl1pPr marL="403225" indent="-403225">
              <a:tabLst/>
              <a:defRPr sz="2800" spc="0"/>
            </a:lvl1pPr>
            <a:lvl2pPr marL="849313" indent="-392113">
              <a:buFont typeface="Wingdings" panose="05000000000000000000" pitchFamily="2" charset="2"/>
              <a:buChar char="l"/>
              <a:tabLst/>
              <a:defRPr sz="2400" spc="0"/>
            </a:lvl2pPr>
            <a:lvl3pPr marL="1257300" indent="-342900">
              <a:buFont typeface="Wingdings" panose="05000000000000000000" pitchFamily="2" charset="2"/>
              <a:buChar char="u"/>
              <a:defRPr sz="2000" spc="0"/>
            </a:lvl3pPr>
          </a:lstStyle>
          <a:p>
            <a:pPr lvl="0"/>
            <a:r>
              <a:rPr lang="ja-JP" altLang="en-US" dirty="0"/>
              <a:t>マスター テキストの書式設定</a:t>
            </a:r>
            <a:endParaRPr lang="en-US" altLang="ja-JP" dirty="0"/>
          </a:p>
          <a:p>
            <a:pPr lvl="1"/>
            <a:r>
              <a:rPr lang="ja-JP" altLang="en-US" dirty="0"/>
              <a:t>第 </a:t>
            </a:r>
            <a:r>
              <a:rPr lang="en-US" altLang="ja-JP" dirty="0"/>
              <a:t>2 </a:t>
            </a:r>
            <a:r>
              <a:rPr lang="ja-JP" altLang="en-US" dirty="0"/>
              <a:t>レベル</a:t>
            </a:r>
            <a:endParaRPr lang="en-US" altLang="ja-JP" dirty="0"/>
          </a:p>
          <a:p>
            <a:pPr lvl="2"/>
            <a:r>
              <a:rPr lang="ja-JP" altLang="en-US" dirty="0"/>
              <a:t>第 </a:t>
            </a:r>
            <a:r>
              <a:rPr lang="en-US" altLang="ja-JP" dirty="0"/>
              <a:t>3 </a:t>
            </a:r>
            <a:r>
              <a:rPr lang="ja-JP" altLang="en-US" dirty="0"/>
              <a:t>レベル</a:t>
            </a:r>
          </a:p>
        </p:txBody>
      </p:sp>
      <p:sp>
        <p:nvSpPr>
          <p:cNvPr id="9" name="Title 1">
            <a:extLst>
              <a:ext uri="{FF2B5EF4-FFF2-40B4-BE49-F238E27FC236}">
                <a16:creationId xmlns:a16="http://schemas.microsoft.com/office/drawing/2014/main" id="{F3021410-A0CD-4D99-9A7D-6B26521B50BB}"/>
              </a:ext>
            </a:extLst>
          </p:cNvPr>
          <p:cNvSpPr>
            <a:spLocks noGrp="1"/>
          </p:cNvSpPr>
          <p:nvPr>
            <p:ph type="title" hasCustomPrompt="1"/>
          </p:nvPr>
        </p:nvSpPr>
        <p:spPr>
          <a:xfrm>
            <a:off x="0" y="44998"/>
            <a:ext cx="9143999" cy="680693"/>
          </a:xfrm>
        </p:spPr>
        <p:txBody>
          <a:bodyPr>
            <a:normAutofit/>
          </a:bodyPr>
          <a:lstStyle>
            <a:lvl1pPr algn="l">
              <a:defRPr sz="3600"/>
            </a:lvl1pPr>
          </a:lstStyle>
          <a:p>
            <a:r>
              <a:rPr lang="ja-JP" altLang="en-US" dirty="0"/>
              <a:t>マスタータイトルの書式設定</a:t>
            </a:r>
            <a:endParaRPr lang="en-US" dirty="0"/>
          </a:p>
        </p:txBody>
      </p:sp>
    </p:spTree>
    <p:extLst>
      <p:ext uri="{BB962C8B-B14F-4D97-AF65-F5344CB8AC3E}">
        <p14:creationId xmlns:p14="http://schemas.microsoft.com/office/powerpoint/2010/main" val="1920543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0" y="816627"/>
            <a:ext cx="4572000" cy="5650848"/>
          </a:xfrm>
        </p:spPr>
        <p:txBody>
          <a:bodyPr lIns="90000"/>
          <a:lstStyle>
            <a:lvl1pPr marL="403225" indent="-403225">
              <a:tabLst/>
              <a:defRPr sz="2800" spc="0"/>
            </a:lvl1pPr>
            <a:lvl2pPr marL="849313" indent="-392113">
              <a:buFont typeface="Wingdings" panose="05000000000000000000" pitchFamily="2" charset="2"/>
              <a:buChar char="l"/>
              <a:tabLst/>
              <a:defRPr sz="2400" spc="0"/>
            </a:lvl2pPr>
            <a:lvl3pPr marL="1257300" indent="-342900">
              <a:buFont typeface="Wingdings" panose="05000000000000000000" pitchFamily="2" charset="2"/>
              <a:buChar char="u"/>
              <a:defRPr sz="2000" spc="0"/>
            </a:lvl3pPr>
          </a:lstStyle>
          <a:p>
            <a:pPr lvl="0"/>
            <a:r>
              <a:rPr lang="ja-JP" altLang="en-US" dirty="0"/>
              <a:t>マスター テキストの書式設定</a:t>
            </a:r>
            <a:endParaRPr lang="en-US" altLang="ja-JP" dirty="0"/>
          </a:p>
          <a:p>
            <a:pPr lvl="1"/>
            <a:r>
              <a:rPr lang="ja-JP" altLang="en-US" dirty="0"/>
              <a:t>第 </a:t>
            </a:r>
            <a:r>
              <a:rPr lang="en-US" altLang="ja-JP" dirty="0"/>
              <a:t>2 </a:t>
            </a:r>
            <a:r>
              <a:rPr lang="ja-JP" altLang="en-US" dirty="0"/>
              <a:t>レベル</a:t>
            </a:r>
            <a:endParaRPr lang="en-US" altLang="ja-JP" dirty="0"/>
          </a:p>
          <a:p>
            <a:pPr lvl="2"/>
            <a:r>
              <a:rPr lang="ja-JP" altLang="en-US" dirty="0"/>
              <a:t>第 </a:t>
            </a:r>
            <a:r>
              <a:rPr lang="en-US" altLang="ja-JP" dirty="0"/>
              <a:t>3 </a:t>
            </a:r>
            <a:r>
              <a:rPr lang="ja-JP" altLang="en-US" dirty="0"/>
              <a:t>レベル</a:t>
            </a:r>
          </a:p>
        </p:txBody>
      </p:sp>
      <p:sp>
        <p:nvSpPr>
          <p:cNvPr id="7" name="正方形/長方形 6">
            <a:extLst>
              <a:ext uri="{FF2B5EF4-FFF2-40B4-BE49-F238E27FC236}">
                <a16:creationId xmlns:a16="http://schemas.microsoft.com/office/drawing/2014/main" id="{700B8104-7983-FA47-829D-BF25366DBCBB}"/>
              </a:ext>
            </a:extLst>
          </p:cNvPr>
          <p:cNvSpPr/>
          <p:nvPr userDrawn="1"/>
        </p:nvSpPr>
        <p:spPr>
          <a:xfrm flipV="1">
            <a:off x="0" y="725691"/>
            <a:ext cx="9144000" cy="55320"/>
          </a:xfrm>
          <a:prstGeom prst="rect">
            <a:avLst/>
          </a:prstGeom>
          <a:gradFill flip="none" rotWithShape="1">
            <a:gsLst>
              <a:gs pos="56000">
                <a:schemeClr val="accent1">
                  <a:lumMod val="75000"/>
                </a:schemeClr>
              </a:gs>
              <a:gs pos="86000">
                <a:schemeClr val="accent1">
                  <a:tint val="44500"/>
                  <a:satMod val="160000"/>
                </a:schemeClr>
              </a:gs>
              <a:gs pos="100000">
                <a:schemeClr val="accent1">
                  <a:tint val="23500"/>
                  <a:satMod val="16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4">
            <a:extLst>
              <a:ext uri="{FF2B5EF4-FFF2-40B4-BE49-F238E27FC236}">
                <a16:creationId xmlns:a16="http://schemas.microsoft.com/office/drawing/2014/main" id="{3B40453F-6BA9-4B9D-A40D-41AFAA500EF0}"/>
              </a:ext>
            </a:extLst>
          </p:cNvPr>
          <p:cNvSpPr>
            <a:spLocks noGrp="1"/>
          </p:cNvSpPr>
          <p:nvPr>
            <p:ph type="sldNum" sz="quarter" idx="4"/>
          </p:nvPr>
        </p:nvSpPr>
        <p:spPr>
          <a:xfrm>
            <a:off x="7086600" y="6467475"/>
            <a:ext cx="2057400" cy="390524"/>
          </a:xfrm>
          <a:prstGeom prst="rect">
            <a:avLst/>
          </a:prstGeom>
        </p:spPr>
        <p:txBody>
          <a:bodyPr vert="horz" lIns="91440" tIns="45720" rIns="91440" bIns="45720" rtlCol="0" anchor="ctr"/>
          <a:lstStyle>
            <a:lvl1pPr algn="r">
              <a:defRPr sz="2000">
                <a:solidFill>
                  <a:schemeClr val="bg1"/>
                </a:solidFill>
                <a:latin typeface="Arial" panose="020B0604020202020204" pitchFamily="34" charset="0"/>
                <a:ea typeface="ＭＳ ゴシック" panose="020B0609070205080204" pitchFamily="49" charset="-128"/>
                <a:cs typeface="Arial" panose="020B0604020202020204" pitchFamily="34" charset="0"/>
              </a:defRPr>
            </a:lvl1pPr>
          </a:lstStyle>
          <a:p>
            <a:fld id="{3D1E95EC-FA06-447C-B439-F51D604829FB}" type="slidenum">
              <a:rPr kumimoji="1" lang="ja-JP" altLang="en-US" smtClean="0"/>
              <a:pPr/>
              <a:t>‹#›</a:t>
            </a:fld>
            <a:endParaRPr kumimoji="1" lang="ja-JP" altLang="en-US" dirty="0"/>
          </a:p>
        </p:txBody>
      </p:sp>
      <p:sp>
        <p:nvSpPr>
          <p:cNvPr id="8" name="Title 1">
            <a:extLst>
              <a:ext uri="{FF2B5EF4-FFF2-40B4-BE49-F238E27FC236}">
                <a16:creationId xmlns:a16="http://schemas.microsoft.com/office/drawing/2014/main" id="{CE1CC6E5-8826-4D37-9BA0-CB533935E5F3}"/>
              </a:ext>
            </a:extLst>
          </p:cNvPr>
          <p:cNvSpPr>
            <a:spLocks noGrp="1"/>
          </p:cNvSpPr>
          <p:nvPr>
            <p:ph type="title" hasCustomPrompt="1"/>
          </p:nvPr>
        </p:nvSpPr>
        <p:spPr>
          <a:xfrm>
            <a:off x="0" y="44998"/>
            <a:ext cx="9143999" cy="680693"/>
          </a:xfrm>
        </p:spPr>
        <p:txBody>
          <a:bodyPr>
            <a:normAutofit/>
          </a:bodyPr>
          <a:lstStyle>
            <a:lvl1pPr algn="l">
              <a:defRPr sz="3600"/>
            </a:lvl1pPr>
          </a:lstStyle>
          <a:p>
            <a:r>
              <a:rPr lang="ja-JP" altLang="en-US" dirty="0"/>
              <a:t>マスタータイトルの書式設定</a:t>
            </a:r>
            <a:endParaRPr lang="en-US" dirty="0"/>
          </a:p>
        </p:txBody>
      </p:sp>
    </p:spTree>
    <p:extLst>
      <p:ext uri="{BB962C8B-B14F-4D97-AF65-F5344CB8AC3E}">
        <p14:creationId xmlns:p14="http://schemas.microsoft.com/office/powerpoint/2010/main" val="2842139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7" name="テキスト ボックス 6">
            <a:extLst>
              <a:ext uri="{FF2B5EF4-FFF2-40B4-BE49-F238E27FC236}">
                <a16:creationId xmlns:a16="http://schemas.microsoft.com/office/drawing/2014/main" id="{B8E9388B-0784-F24B-9574-93597DA40859}"/>
              </a:ext>
            </a:extLst>
          </p:cNvPr>
          <p:cNvSpPr txBox="1"/>
          <p:nvPr userDrawn="1"/>
        </p:nvSpPr>
        <p:spPr>
          <a:xfrm>
            <a:off x="-3464" y="6468050"/>
            <a:ext cx="9157623" cy="400110"/>
          </a:xfrm>
          <a:prstGeom prst="rect">
            <a:avLst/>
          </a:prstGeom>
          <a:solidFill>
            <a:schemeClr val="accent1">
              <a:lumMod val="75000"/>
            </a:schemeClr>
          </a:solidFill>
          <a:ln>
            <a:noFill/>
          </a:ln>
        </p:spPr>
        <p:txBody>
          <a:bodyPr wrap="square" rtlCol="0">
            <a:spAutoFit/>
          </a:bodyPr>
          <a:lstStyle/>
          <a:p>
            <a:pPr algn="ctr"/>
            <a:r>
              <a:rPr kumimoji="1" lang="en-US" altLang="ja-JP" sz="2000" dirty="0">
                <a:ln>
                  <a:solidFill>
                    <a:schemeClr val="bg1"/>
                  </a:solidFill>
                </a:ln>
                <a:solidFill>
                  <a:schemeClr val="bg1"/>
                </a:solidFill>
                <a:latin typeface="Arial" panose="020B0604020202020204" pitchFamily="34" charset="0"/>
                <a:cs typeface="Arial" panose="020B0604020202020204" pitchFamily="34" charset="0"/>
              </a:rPr>
              <a:t>Intelligent Systems Design Laboratory</a:t>
            </a:r>
          </a:p>
        </p:txBody>
      </p:sp>
      <p:sp>
        <p:nvSpPr>
          <p:cNvPr id="27" name="Slide Number Placeholder 5">
            <a:extLst>
              <a:ext uri="{FF2B5EF4-FFF2-40B4-BE49-F238E27FC236}">
                <a16:creationId xmlns:a16="http://schemas.microsoft.com/office/drawing/2014/main" id="{EF91F566-FDF0-BD42-A75C-0500A83E4C73}"/>
              </a:ext>
            </a:extLst>
          </p:cNvPr>
          <p:cNvSpPr txBox="1">
            <a:spLocks/>
          </p:cNvSpPr>
          <p:nvPr userDrawn="1"/>
        </p:nvSpPr>
        <p:spPr>
          <a:xfrm>
            <a:off x="7072977" y="6466908"/>
            <a:ext cx="2057400" cy="372836"/>
          </a:xfrm>
          <a:prstGeom prst="rect">
            <a:avLst/>
          </a:prstGeom>
        </p:spPr>
        <p:txBody>
          <a:bodyPr vert="horz" lIns="91440" tIns="45720" rIns="91440" bIns="45720" rtlCol="0" anchor="ctr"/>
          <a:lstStyle>
            <a:defPPr>
              <a:defRPr lang="ja-JP"/>
            </a:defPPr>
            <a:lvl1pPr marL="0" algn="r" defTabSz="914400" rtl="0" eaLnBrk="1" latinLnBrk="0" hangingPunct="1">
              <a:defRPr kumimoji="1" sz="24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dirty="0">
              <a:solidFill>
                <a:schemeClr val="bg1"/>
              </a:solidFill>
              <a:latin typeface="Arial" charset="0"/>
              <a:ea typeface="Arial" charset="0"/>
              <a:cs typeface="Arial" charset="0"/>
            </a:endParaRPr>
          </a:p>
        </p:txBody>
      </p:sp>
      <p:sp>
        <p:nvSpPr>
          <p:cNvPr id="12" name="スライド番号プレースホルダー 4">
            <a:extLst>
              <a:ext uri="{FF2B5EF4-FFF2-40B4-BE49-F238E27FC236}">
                <a16:creationId xmlns:a16="http://schemas.microsoft.com/office/drawing/2014/main" id="{EBF1DFB9-D134-44B5-8412-AFEF1FDD4DD7}"/>
              </a:ext>
            </a:extLst>
          </p:cNvPr>
          <p:cNvSpPr>
            <a:spLocks noGrp="1"/>
          </p:cNvSpPr>
          <p:nvPr>
            <p:ph type="sldNum" sz="quarter" idx="4"/>
          </p:nvPr>
        </p:nvSpPr>
        <p:spPr>
          <a:xfrm>
            <a:off x="7086600" y="6467475"/>
            <a:ext cx="2057400" cy="390524"/>
          </a:xfrm>
          <a:prstGeom prst="rect">
            <a:avLst/>
          </a:prstGeom>
        </p:spPr>
        <p:txBody>
          <a:bodyPr vert="horz" lIns="91440" tIns="45720" rIns="91440" bIns="45720" rtlCol="0" anchor="ctr"/>
          <a:lstStyle>
            <a:lvl1pPr algn="r">
              <a:defRPr sz="2000">
                <a:solidFill>
                  <a:schemeClr val="bg1"/>
                </a:solidFill>
                <a:latin typeface="Arial" panose="020B0604020202020204" pitchFamily="34" charset="0"/>
                <a:ea typeface="ＭＳ ゴシック" panose="020B0609070205080204" pitchFamily="49" charset="-128"/>
                <a:cs typeface="Arial" panose="020B0604020202020204" pitchFamily="34" charset="0"/>
              </a:defRPr>
            </a:lvl1pPr>
          </a:lstStyle>
          <a:p>
            <a:fld id="{3D1E95EC-FA06-447C-B439-F51D604829FB}" type="slidenum">
              <a:rPr kumimoji="1" lang="ja-JP" altLang="en-US" smtClean="0"/>
              <a:pPr/>
              <a:t>‹#›</a:t>
            </a:fld>
            <a:endParaRPr kumimoji="1" lang="ja-JP" altLang="en-US" dirty="0"/>
          </a:p>
        </p:txBody>
      </p:sp>
    </p:spTree>
    <p:extLst>
      <p:ext uri="{BB962C8B-B14F-4D97-AF65-F5344CB8AC3E}">
        <p14:creationId xmlns:p14="http://schemas.microsoft.com/office/powerpoint/2010/main" val="4050552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3" r:id="rId4"/>
    <p:sldLayoutId id="2147483682"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Arial" panose="020B0604020202020204" pitchFamily="34" charset="0"/>
          <a:ea typeface="MS Gothic" panose="020B0609070205080204" pitchFamily="49" charset="-128"/>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Wingdings" pitchFamily="2" charset="2"/>
        <a:buChar char="n"/>
        <a:defRPr kumimoji="1" sz="3200" kern="1200">
          <a:solidFill>
            <a:schemeClr val="tx1"/>
          </a:solidFill>
          <a:latin typeface="Arial" panose="020B0604020202020204" pitchFamily="34" charset="0"/>
          <a:ea typeface="MS Gothic" panose="020B0609070205080204" pitchFamily="49" charset="-128"/>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l"/>
        <a:defRPr kumimoji="1" sz="2800" kern="1200">
          <a:solidFill>
            <a:schemeClr val="tx1"/>
          </a:solidFill>
          <a:latin typeface="Arial" panose="020B0604020202020204" pitchFamily="34" charset="0"/>
          <a:ea typeface="MS Gothic" panose="020B0609070205080204" pitchFamily="49" charset="-128"/>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u"/>
        <a:defRPr kumimoji="1" sz="2400" kern="1200">
          <a:solidFill>
            <a:schemeClr val="tx1"/>
          </a:solidFill>
          <a:latin typeface="Arial" panose="020B0604020202020204" pitchFamily="34" charset="0"/>
          <a:ea typeface="MS Gothic" panose="020B0609070205080204" pitchFamily="49" charset="-128"/>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4.svg"/><Relationship Id="rId5" Type="http://schemas.openxmlformats.org/officeDocument/2006/relationships/customXml" Target="../ink/ink2.xml"/><Relationship Id="rId10"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sv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591CF1-51E9-41E1-B56F-5EB1F1C7DF1F}"/>
              </a:ext>
            </a:extLst>
          </p:cNvPr>
          <p:cNvSpPr>
            <a:spLocks noGrp="1"/>
          </p:cNvSpPr>
          <p:nvPr>
            <p:ph type="ctrTitle"/>
          </p:nvPr>
        </p:nvSpPr>
        <p:spPr>
          <a:xfrm>
            <a:off x="-7759" y="657224"/>
            <a:ext cx="9144000" cy="2695575"/>
          </a:xfrm>
        </p:spPr>
        <p:txBody>
          <a:bodyPr>
            <a:normAutofit/>
          </a:bodyPr>
          <a:lstStyle/>
          <a:p>
            <a:r>
              <a:rPr lang="ja-JP" altLang="en-US" sz="4000" b="0" i="0" dirty="0">
                <a:solidFill>
                  <a:srgbClr val="242424"/>
                </a:solidFill>
                <a:effectLst/>
                <a:latin typeface="Segoe UI" panose="020B0502040204020203" pitchFamily="34" charset="0"/>
              </a:rPr>
              <a:t>遺伝的アルゴリズムを用いた</a:t>
            </a:r>
            <a:br>
              <a:rPr lang="en-US" altLang="ja-JP" sz="4000" b="0" i="0" dirty="0">
                <a:solidFill>
                  <a:srgbClr val="242424"/>
                </a:solidFill>
                <a:effectLst/>
                <a:latin typeface="Segoe UI" panose="020B0502040204020203" pitchFamily="34" charset="0"/>
              </a:rPr>
            </a:br>
            <a:r>
              <a:rPr lang="ja-JP" altLang="en-US" sz="4000" b="0" i="0" spc="-300" dirty="0">
                <a:solidFill>
                  <a:srgbClr val="242424"/>
                </a:solidFill>
                <a:effectLst/>
                <a:latin typeface="Segoe UI" panose="020B0502040204020203" pitchFamily="34" charset="0"/>
              </a:rPr>
              <a:t>自動プログラム修正の可読性向上に向けて</a:t>
            </a:r>
            <a:br>
              <a:rPr lang="en-US" altLang="ja-JP" sz="4000" b="0" i="0" spc="-300" dirty="0">
                <a:solidFill>
                  <a:srgbClr val="242424"/>
                </a:solidFill>
                <a:effectLst/>
                <a:latin typeface="Segoe UI" panose="020B0502040204020203" pitchFamily="34" charset="0"/>
              </a:rPr>
            </a:br>
            <a:r>
              <a:rPr lang="ja-JP" altLang="en-US" sz="2400" b="0" i="0" spc="-300" dirty="0">
                <a:solidFill>
                  <a:srgbClr val="242424"/>
                </a:solidFill>
                <a:effectLst/>
                <a:latin typeface="Segoe UI" panose="020B0502040204020203" pitchFamily="34" charset="0"/>
              </a:rPr>
              <a:t>　</a:t>
            </a:r>
            <a:endParaRPr kumimoji="1" lang="ja-JP" altLang="en-US" sz="4400" dirty="0"/>
          </a:p>
        </p:txBody>
      </p:sp>
      <p:sp>
        <p:nvSpPr>
          <p:cNvPr id="3" name="字幕 2">
            <a:extLst>
              <a:ext uri="{FF2B5EF4-FFF2-40B4-BE49-F238E27FC236}">
                <a16:creationId xmlns:a16="http://schemas.microsoft.com/office/drawing/2014/main" id="{8D5DAF7F-02CE-4130-AD9B-80C39385EBF9}"/>
              </a:ext>
            </a:extLst>
          </p:cNvPr>
          <p:cNvSpPr>
            <a:spLocks noGrp="1"/>
          </p:cNvSpPr>
          <p:nvPr>
            <p:ph type="subTitle" idx="1"/>
          </p:nvPr>
        </p:nvSpPr>
        <p:spPr>
          <a:xfrm>
            <a:off x="4572000" y="4316491"/>
            <a:ext cx="4424517" cy="1536290"/>
          </a:xfrm>
        </p:spPr>
        <p:txBody>
          <a:bodyPr>
            <a:normAutofit/>
          </a:bodyPr>
          <a:lstStyle/>
          <a:p>
            <a:pPr algn="r"/>
            <a:r>
              <a:rPr kumimoji="1" lang="ja-JP" altLang="en-US" sz="2400" dirty="0"/>
              <a:t>インテリジェント情報工学科</a:t>
            </a:r>
            <a:endParaRPr kumimoji="1" lang="en-US" altLang="ja-JP" sz="2400" dirty="0"/>
          </a:p>
          <a:p>
            <a:pPr algn="r"/>
            <a:r>
              <a:rPr lang="en-US" altLang="ja-JP" sz="2400" dirty="0"/>
              <a:t>2018</a:t>
            </a:r>
            <a:r>
              <a:rPr lang="ja-JP" altLang="en-US" sz="2400" dirty="0"/>
              <a:t>年度</a:t>
            </a:r>
            <a:r>
              <a:rPr lang="en-US" altLang="ja-JP" sz="2400" dirty="0"/>
              <a:t> 0012</a:t>
            </a:r>
            <a:r>
              <a:rPr lang="ja-JP" altLang="en-US" sz="2400" dirty="0"/>
              <a:t>番</a:t>
            </a:r>
            <a:endParaRPr lang="en-US" altLang="ja-JP" sz="2400" dirty="0"/>
          </a:p>
          <a:p>
            <a:pPr algn="r"/>
            <a:r>
              <a:rPr kumimoji="1" lang="ja-JP" altLang="en-US" sz="2400" dirty="0"/>
              <a:t>菱川 潤哉</a:t>
            </a:r>
          </a:p>
        </p:txBody>
      </p:sp>
      <p:sp>
        <p:nvSpPr>
          <p:cNvPr id="7" name="フリーフォーム: 図形 6">
            <a:extLst>
              <a:ext uri="{FF2B5EF4-FFF2-40B4-BE49-F238E27FC236}">
                <a16:creationId xmlns:a16="http://schemas.microsoft.com/office/drawing/2014/main" id="{DFDA3A3E-3408-4120-A566-4FE987D2D76B}"/>
              </a:ext>
            </a:extLst>
          </p:cNvPr>
          <p:cNvSpPr/>
          <p:nvPr/>
        </p:nvSpPr>
        <p:spPr>
          <a:xfrm>
            <a:off x="339913" y="4124094"/>
            <a:ext cx="1253134" cy="1616947"/>
          </a:xfrm>
          <a:custGeom>
            <a:avLst/>
            <a:gdLst>
              <a:gd name="connsiteX0" fmla="*/ 121271 w 1253134"/>
              <a:gd name="connsiteY0" fmla="*/ 1495677 h 1616947"/>
              <a:gd name="connsiteX1" fmla="*/ 121271 w 1253134"/>
              <a:gd name="connsiteY1" fmla="*/ 121271 h 1616947"/>
              <a:gd name="connsiteX2" fmla="*/ 626567 w 1253134"/>
              <a:gd name="connsiteY2" fmla="*/ 121271 h 1616947"/>
              <a:gd name="connsiteX3" fmla="*/ 626567 w 1253134"/>
              <a:gd name="connsiteY3" fmla="*/ 545720 h 1616947"/>
              <a:gd name="connsiteX4" fmla="*/ 1131863 w 1253134"/>
              <a:gd name="connsiteY4" fmla="*/ 545720 h 1616947"/>
              <a:gd name="connsiteX5" fmla="*/ 1131863 w 1253134"/>
              <a:gd name="connsiteY5" fmla="*/ 1495677 h 1616947"/>
              <a:gd name="connsiteX6" fmla="*/ 121271 w 1253134"/>
              <a:gd name="connsiteY6" fmla="*/ 1495677 h 1616947"/>
              <a:gd name="connsiteX7" fmla="*/ 747838 w 1253134"/>
              <a:gd name="connsiteY7" fmla="*/ 171801 h 1616947"/>
              <a:gd name="connsiteX8" fmla="*/ 1000486 w 1253134"/>
              <a:gd name="connsiteY8" fmla="*/ 424449 h 1616947"/>
              <a:gd name="connsiteX9" fmla="*/ 747838 w 1253134"/>
              <a:gd name="connsiteY9" fmla="*/ 424449 h 1616947"/>
              <a:gd name="connsiteX10" fmla="*/ 747838 w 1253134"/>
              <a:gd name="connsiteY10" fmla="*/ 171801 h 1616947"/>
              <a:gd name="connsiteX11" fmla="*/ 747838 w 1253134"/>
              <a:gd name="connsiteY11" fmla="*/ 0 h 1616947"/>
              <a:gd name="connsiteX12" fmla="*/ 0 w 1253134"/>
              <a:gd name="connsiteY12" fmla="*/ 0 h 1616947"/>
              <a:gd name="connsiteX13" fmla="*/ 0 w 1253134"/>
              <a:gd name="connsiteY13" fmla="*/ 1616948 h 1616947"/>
              <a:gd name="connsiteX14" fmla="*/ 1253134 w 1253134"/>
              <a:gd name="connsiteY14" fmla="*/ 1616948 h 1616947"/>
              <a:gd name="connsiteX15" fmla="*/ 1253134 w 1253134"/>
              <a:gd name="connsiteY15" fmla="*/ 444661 h 1616947"/>
              <a:gd name="connsiteX16" fmla="*/ 747838 w 1253134"/>
              <a:gd name="connsiteY16" fmla="*/ 0 h 161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3134" h="1616947">
                <a:moveTo>
                  <a:pt x="121271" y="1495677"/>
                </a:moveTo>
                <a:lnTo>
                  <a:pt x="121271" y="121271"/>
                </a:lnTo>
                <a:lnTo>
                  <a:pt x="626567" y="121271"/>
                </a:lnTo>
                <a:lnTo>
                  <a:pt x="626567" y="545720"/>
                </a:lnTo>
                <a:lnTo>
                  <a:pt x="1131863" y="545720"/>
                </a:lnTo>
                <a:lnTo>
                  <a:pt x="1131863" y="1495677"/>
                </a:lnTo>
                <a:lnTo>
                  <a:pt x="121271" y="1495677"/>
                </a:lnTo>
                <a:close/>
                <a:moveTo>
                  <a:pt x="747838" y="171801"/>
                </a:moveTo>
                <a:lnTo>
                  <a:pt x="1000486" y="424449"/>
                </a:lnTo>
                <a:lnTo>
                  <a:pt x="747838" y="424449"/>
                </a:lnTo>
                <a:lnTo>
                  <a:pt x="747838" y="171801"/>
                </a:lnTo>
                <a:close/>
                <a:moveTo>
                  <a:pt x="747838" y="0"/>
                </a:moveTo>
                <a:lnTo>
                  <a:pt x="0" y="0"/>
                </a:lnTo>
                <a:lnTo>
                  <a:pt x="0" y="1616948"/>
                </a:lnTo>
                <a:lnTo>
                  <a:pt x="1253134" y="1616948"/>
                </a:lnTo>
                <a:lnTo>
                  <a:pt x="1253134" y="444661"/>
                </a:lnTo>
                <a:lnTo>
                  <a:pt x="747838" y="0"/>
                </a:lnTo>
                <a:close/>
              </a:path>
            </a:pathLst>
          </a:custGeom>
          <a:solidFill>
            <a:srgbClr val="000000"/>
          </a:solidFill>
          <a:ln w="20141" cap="flat">
            <a:noFill/>
            <a:prstDash val="solid"/>
            <a:miter/>
          </a:ln>
        </p:spPr>
        <p:txBody>
          <a:bodyPr rtlCol="0" anchor="ctr"/>
          <a:lstStyle/>
          <a:p>
            <a:endParaRPr lang="ja-JP" altLang="en-US"/>
          </a:p>
        </p:txBody>
      </p:sp>
      <mc:AlternateContent xmlns:mc="http://schemas.openxmlformats.org/markup-compatibility/2006" xmlns:p14="http://schemas.microsoft.com/office/powerpoint/2010/main">
        <mc:Choice Requires="p14">
          <p:contentPart p14:bwMode="auto" r:id="rId3">
            <p14:nvContentPartPr>
              <p14:cNvPr id="30" name="インク 29">
                <a:extLst>
                  <a:ext uri="{FF2B5EF4-FFF2-40B4-BE49-F238E27FC236}">
                    <a16:creationId xmlns:a16="http://schemas.microsoft.com/office/drawing/2014/main" id="{3493C33F-879F-4591-8A09-6EC1AA8252AE}"/>
                  </a:ext>
                </a:extLst>
              </p14:cNvPr>
              <p14:cNvContentPartPr/>
              <p14:nvPr/>
            </p14:nvContentPartPr>
            <p14:xfrm>
              <a:off x="625896" y="4648654"/>
              <a:ext cx="270000" cy="67680"/>
            </p14:xfrm>
          </p:contentPart>
        </mc:Choice>
        <mc:Fallback xmlns="">
          <p:pic>
            <p:nvPicPr>
              <p:cNvPr id="30" name="インク 29">
                <a:extLst>
                  <a:ext uri="{FF2B5EF4-FFF2-40B4-BE49-F238E27FC236}">
                    <a16:creationId xmlns:a16="http://schemas.microsoft.com/office/drawing/2014/main" id="{3493C33F-879F-4591-8A09-6EC1AA8252AE}"/>
                  </a:ext>
                </a:extLst>
              </p:cNvPr>
              <p:cNvPicPr/>
              <p:nvPr/>
            </p:nvPicPr>
            <p:blipFill>
              <a:blip r:embed="rId4"/>
              <a:stretch>
                <a:fillRect/>
              </a:stretch>
            </p:blipFill>
            <p:spPr>
              <a:xfrm>
                <a:off x="607896" y="4630558"/>
                <a:ext cx="305640" cy="103511"/>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7" name="インク 36">
                <a:extLst>
                  <a:ext uri="{FF2B5EF4-FFF2-40B4-BE49-F238E27FC236}">
                    <a16:creationId xmlns:a16="http://schemas.microsoft.com/office/drawing/2014/main" id="{5BFE9481-99B4-42CD-9457-9D08FAE13D05}"/>
                  </a:ext>
                </a:extLst>
              </p14:cNvPr>
              <p14:cNvContentPartPr/>
              <p14:nvPr/>
            </p14:nvContentPartPr>
            <p14:xfrm>
              <a:off x="639722" y="4805490"/>
              <a:ext cx="654120" cy="97200"/>
            </p14:xfrm>
          </p:contentPart>
        </mc:Choice>
        <mc:Fallback xmlns="">
          <p:pic>
            <p:nvPicPr>
              <p:cNvPr id="37" name="インク 36">
                <a:extLst>
                  <a:ext uri="{FF2B5EF4-FFF2-40B4-BE49-F238E27FC236}">
                    <a16:creationId xmlns:a16="http://schemas.microsoft.com/office/drawing/2014/main" id="{5BFE9481-99B4-42CD-9457-9D08FAE13D05}"/>
                  </a:ext>
                </a:extLst>
              </p:cNvPr>
              <p:cNvPicPr/>
              <p:nvPr/>
            </p:nvPicPr>
            <p:blipFill>
              <a:blip r:embed="rId6"/>
              <a:stretch>
                <a:fillRect/>
              </a:stretch>
            </p:blipFill>
            <p:spPr>
              <a:xfrm>
                <a:off x="621722" y="4787490"/>
                <a:ext cx="6897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インク 9">
                <a:extLst>
                  <a:ext uri="{FF2B5EF4-FFF2-40B4-BE49-F238E27FC236}">
                    <a16:creationId xmlns:a16="http://schemas.microsoft.com/office/drawing/2014/main" id="{08DC9120-7B6F-4C41-9324-61213D776666}"/>
                  </a:ext>
                </a:extLst>
              </p14:cNvPr>
              <p14:cNvContentPartPr/>
              <p14:nvPr/>
            </p14:nvContentPartPr>
            <p14:xfrm>
              <a:off x="625896" y="4987436"/>
              <a:ext cx="654120" cy="97200"/>
            </p14:xfrm>
          </p:contentPart>
        </mc:Choice>
        <mc:Fallback xmlns="">
          <p:pic>
            <p:nvPicPr>
              <p:cNvPr id="10" name="インク 9">
                <a:extLst>
                  <a:ext uri="{FF2B5EF4-FFF2-40B4-BE49-F238E27FC236}">
                    <a16:creationId xmlns:a16="http://schemas.microsoft.com/office/drawing/2014/main" id="{08DC9120-7B6F-4C41-9324-61213D776666}"/>
                  </a:ext>
                </a:extLst>
              </p:cNvPr>
              <p:cNvPicPr/>
              <p:nvPr/>
            </p:nvPicPr>
            <p:blipFill>
              <a:blip r:embed="rId6"/>
              <a:stretch>
                <a:fillRect/>
              </a:stretch>
            </p:blipFill>
            <p:spPr>
              <a:xfrm>
                <a:off x="607896" y="4969436"/>
                <a:ext cx="6897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インク 10">
                <a:extLst>
                  <a:ext uri="{FF2B5EF4-FFF2-40B4-BE49-F238E27FC236}">
                    <a16:creationId xmlns:a16="http://schemas.microsoft.com/office/drawing/2014/main" id="{2CDD9FDE-8CCA-4C22-B736-35996A89656A}"/>
                  </a:ext>
                </a:extLst>
              </p14:cNvPr>
              <p14:cNvContentPartPr/>
              <p14:nvPr/>
            </p14:nvContentPartPr>
            <p14:xfrm>
              <a:off x="625896" y="5168083"/>
              <a:ext cx="654120" cy="97200"/>
            </p14:xfrm>
          </p:contentPart>
        </mc:Choice>
        <mc:Fallback xmlns="">
          <p:pic>
            <p:nvPicPr>
              <p:cNvPr id="11" name="インク 10">
                <a:extLst>
                  <a:ext uri="{FF2B5EF4-FFF2-40B4-BE49-F238E27FC236}">
                    <a16:creationId xmlns:a16="http://schemas.microsoft.com/office/drawing/2014/main" id="{2CDD9FDE-8CCA-4C22-B736-35996A89656A}"/>
                  </a:ext>
                </a:extLst>
              </p:cNvPr>
              <p:cNvPicPr/>
              <p:nvPr/>
            </p:nvPicPr>
            <p:blipFill>
              <a:blip r:embed="rId6"/>
              <a:stretch>
                <a:fillRect/>
              </a:stretch>
            </p:blipFill>
            <p:spPr>
              <a:xfrm>
                <a:off x="607896" y="5150083"/>
                <a:ext cx="6897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インク 11">
                <a:extLst>
                  <a:ext uri="{FF2B5EF4-FFF2-40B4-BE49-F238E27FC236}">
                    <a16:creationId xmlns:a16="http://schemas.microsoft.com/office/drawing/2014/main" id="{CE01DAD8-7CE1-45A2-9585-0AFC7C284A25}"/>
                  </a:ext>
                </a:extLst>
              </p14:cNvPr>
              <p14:cNvContentPartPr/>
              <p14:nvPr/>
            </p14:nvContentPartPr>
            <p14:xfrm>
              <a:off x="625896" y="5348730"/>
              <a:ext cx="654120" cy="97200"/>
            </p14:xfrm>
          </p:contentPart>
        </mc:Choice>
        <mc:Fallback xmlns="">
          <p:pic>
            <p:nvPicPr>
              <p:cNvPr id="12" name="インク 11">
                <a:extLst>
                  <a:ext uri="{FF2B5EF4-FFF2-40B4-BE49-F238E27FC236}">
                    <a16:creationId xmlns:a16="http://schemas.microsoft.com/office/drawing/2014/main" id="{CE01DAD8-7CE1-45A2-9585-0AFC7C284A25}"/>
                  </a:ext>
                </a:extLst>
              </p:cNvPr>
              <p:cNvPicPr/>
              <p:nvPr/>
            </p:nvPicPr>
            <p:blipFill>
              <a:blip r:embed="rId6"/>
              <a:stretch>
                <a:fillRect/>
              </a:stretch>
            </p:blipFill>
            <p:spPr>
              <a:xfrm>
                <a:off x="607896" y="5330730"/>
                <a:ext cx="689760" cy="132840"/>
              </a:xfrm>
              <a:prstGeom prst="rect">
                <a:avLst/>
              </a:prstGeom>
            </p:spPr>
          </p:pic>
        </mc:Fallback>
      </mc:AlternateContent>
      <p:pic>
        <p:nvPicPr>
          <p:cNvPr id="13" name="図 5" descr="ドキュメント 単色塗りつぶし">
            <a:extLst>
              <a:ext uri="{FF2B5EF4-FFF2-40B4-BE49-F238E27FC236}">
                <a16:creationId xmlns:a16="http://schemas.microsoft.com/office/drawing/2014/main" id="{DADA72B0-CA07-4718-A9EA-ECE96D541FC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3084589" y="3960567"/>
            <a:ext cx="1944000" cy="1944000"/>
          </a:xfrm>
          <a:prstGeom prst="rect">
            <a:avLst/>
          </a:prstGeom>
        </p:spPr>
      </p:pic>
      <p:sp>
        <p:nvSpPr>
          <p:cNvPr id="4" name="矢印: 上 3">
            <a:extLst>
              <a:ext uri="{FF2B5EF4-FFF2-40B4-BE49-F238E27FC236}">
                <a16:creationId xmlns:a16="http://schemas.microsoft.com/office/drawing/2014/main" id="{33C62564-9579-4FD4-B766-B5104202B8B5}"/>
              </a:ext>
            </a:extLst>
          </p:cNvPr>
          <p:cNvSpPr/>
          <p:nvPr/>
        </p:nvSpPr>
        <p:spPr>
          <a:xfrm rot="5400000">
            <a:off x="2256440" y="4409469"/>
            <a:ext cx="521149" cy="1253133"/>
          </a:xfrm>
          <a:prstGeom prst="upArrow">
            <a:avLst>
              <a:gd name="adj1" fmla="val 53655"/>
              <a:gd name="adj2" fmla="val 79243"/>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5633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177348-A6C6-4FE0-838D-4B0F0FF3B72D}"/>
              </a:ext>
            </a:extLst>
          </p:cNvPr>
          <p:cNvSpPr>
            <a:spLocks noGrp="1"/>
          </p:cNvSpPr>
          <p:nvPr>
            <p:ph type="title"/>
          </p:nvPr>
        </p:nvSpPr>
        <p:spPr/>
        <p:txBody>
          <a:bodyPr/>
          <a:lstStyle/>
          <a:p>
            <a:r>
              <a:rPr kumimoji="1" lang="ja-JP" altLang="en-US" dirty="0"/>
              <a:t>はじめに</a:t>
            </a:r>
          </a:p>
        </p:txBody>
      </p:sp>
      <p:sp>
        <p:nvSpPr>
          <p:cNvPr id="3" name="コンテンツ プレースホルダー 2">
            <a:extLst>
              <a:ext uri="{FF2B5EF4-FFF2-40B4-BE49-F238E27FC236}">
                <a16:creationId xmlns:a16="http://schemas.microsoft.com/office/drawing/2014/main" id="{A37C2BEF-F094-4DA8-9910-A67549BE0AB3}"/>
              </a:ext>
            </a:extLst>
          </p:cNvPr>
          <p:cNvSpPr>
            <a:spLocks noGrp="1"/>
          </p:cNvSpPr>
          <p:nvPr>
            <p:ph idx="1"/>
          </p:nvPr>
        </p:nvSpPr>
        <p:spPr/>
        <p:txBody>
          <a:bodyPr/>
          <a:lstStyle/>
          <a:p>
            <a:r>
              <a:rPr lang="en-US" altLang="ja-JP" dirty="0"/>
              <a:t>IT</a:t>
            </a:r>
            <a:r>
              <a:rPr lang="ja-JP" altLang="en-US" dirty="0"/>
              <a:t>技術の発展に伴いコードが肥大化かつ複雑化</a:t>
            </a:r>
            <a:endParaRPr lang="en-US" altLang="ja-JP" dirty="0"/>
          </a:p>
          <a:p>
            <a:pPr lvl="1"/>
            <a:r>
              <a:rPr kumimoji="1" lang="ja-JP" altLang="en-US" dirty="0"/>
              <a:t>デバッグ作業が困難</a:t>
            </a:r>
            <a:endParaRPr kumimoji="1" lang="en-US" altLang="ja-JP" dirty="0"/>
          </a:p>
          <a:p>
            <a:r>
              <a:rPr kumimoji="1" lang="ja-JP" altLang="en-US" dirty="0"/>
              <a:t>自動プログラム修正に関する研究の活発化</a:t>
            </a:r>
            <a:endParaRPr kumimoji="1" lang="en-US" altLang="ja-JP" dirty="0"/>
          </a:p>
          <a:p>
            <a:pPr lvl="1"/>
            <a:r>
              <a:rPr kumimoji="1" lang="ja-JP" altLang="en-US" dirty="0"/>
              <a:t>意味解析を用いた自動修正法</a:t>
            </a:r>
            <a:endParaRPr kumimoji="1" lang="en-US" altLang="ja-JP" dirty="0"/>
          </a:p>
          <a:p>
            <a:pPr lvl="2"/>
            <a:r>
              <a:rPr lang="en-US" altLang="ja-JP" dirty="0" err="1"/>
              <a:t>SemFix</a:t>
            </a:r>
            <a:endParaRPr kumimoji="1" lang="en-US" altLang="ja-JP" dirty="0"/>
          </a:p>
          <a:p>
            <a:pPr lvl="1"/>
            <a:r>
              <a:rPr kumimoji="1" lang="ja-JP" altLang="en-US" dirty="0"/>
              <a:t>遺伝的アルゴリズムを用いた自動修正法</a:t>
            </a:r>
            <a:endParaRPr kumimoji="1" lang="en-US" altLang="ja-JP" dirty="0"/>
          </a:p>
          <a:p>
            <a:pPr lvl="2"/>
            <a:r>
              <a:rPr kumimoji="1" lang="en-US" altLang="ja-JP" dirty="0" err="1"/>
              <a:t>GenProg</a:t>
            </a:r>
            <a:endParaRPr lang="en-US" altLang="ja-JP" baseline="30000" dirty="0"/>
          </a:p>
        </p:txBody>
      </p:sp>
      <p:sp>
        <p:nvSpPr>
          <p:cNvPr id="4" name="スライド番号プレースホルダー 3">
            <a:extLst>
              <a:ext uri="{FF2B5EF4-FFF2-40B4-BE49-F238E27FC236}">
                <a16:creationId xmlns:a16="http://schemas.microsoft.com/office/drawing/2014/main" id="{D013182D-64B4-4540-86A6-77E0B946D2F4}"/>
              </a:ext>
            </a:extLst>
          </p:cNvPr>
          <p:cNvSpPr>
            <a:spLocks noGrp="1"/>
          </p:cNvSpPr>
          <p:nvPr>
            <p:ph type="sldNum" sz="quarter" idx="4"/>
          </p:nvPr>
        </p:nvSpPr>
        <p:spPr/>
        <p:txBody>
          <a:bodyPr/>
          <a:lstStyle/>
          <a:p>
            <a:fld id="{3D1E95EC-FA06-447C-B439-F51D604829FB}" type="slidenum">
              <a:rPr kumimoji="1" lang="ja-JP" altLang="en-US" smtClean="0"/>
              <a:pPr/>
              <a:t>1</a:t>
            </a:fld>
            <a:endParaRPr kumimoji="1" lang="ja-JP" altLang="en-US" dirty="0"/>
          </a:p>
        </p:txBody>
      </p:sp>
      <p:sp>
        <p:nvSpPr>
          <p:cNvPr id="5" name="角丸四角形 7">
            <a:extLst>
              <a:ext uri="{FF2B5EF4-FFF2-40B4-BE49-F238E27FC236}">
                <a16:creationId xmlns:a16="http://schemas.microsoft.com/office/drawing/2014/main" id="{682069E7-3D71-4D2B-8F24-033076F791B9}"/>
              </a:ext>
            </a:extLst>
          </p:cNvPr>
          <p:cNvSpPr/>
          <p:nvPr/>
        </p:nvSpPr>
        <p:spPr>
          <a:xfrm>
            <a:off x="505446" y="4699590"/>
            <a:ext cx="8133107" cy="709999"/>
          </a:xfrm>
          <a:prstGeom prst="roundRect">
            <a:avLst/>
          </a:prstGeom>
          <a:solidFill>
            <a:srgbClr val="FF0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kumimoji="1" lang="ja-JP" altLang="en-US" sz="2800" dirty="0">
                <a:latin typeface="Arial" panose="020B0604020202020204" pitchFamily="34" charset="0"/>
                <a:ea typeface="ＭＳ ゴシック" panose="020B0609070205080204" pitchFamily="49" charset="-128"/>
                <a:cs typeface="Arial" panose="020B0604020202020204" pitchFamily="34" charset="0"/>
              </a:rPr>
              <a:t>遺伝的アルゴリズムを用いた自動修正法に注目</a:t>
            </a:r>
            <a:endParaRPr kumimoji="1" lang="en-US" altLang="ja-JP" sz="2800" dirty="0">
              <a:latin typeface="Arial" panose="020B0604020202020204" pitchFamily="34" charset="0"/>
              <a:ea typeface="ＭＳ ゴシック" panose="020B0609070205080204" pitchFamily="49" charset="-128"/>
              <a:cs typeface="Arial" panose="020B0604020202020204" pitchFamily="34" charset="0"/>
            </a:endParaRPr>
          </a:p>
        </p:txBody>
      </p:sp>
    </p:spTree>
    <p:extLst>
      <p:ext uri="{BB962C8B-B14F-4D97-AF65-F5344CB8AC3E}">
        <p14:creationId xmlns:p14="http://schemas.microsoft.com/office/powerpoint/2010/main" val="2797488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図 33" descr="紙 単色塗りつぶし">
            <a:extLst>
              <a:ext uri="{FF2B5EF4-FFF2-40B4-BE49-F238E27FC236}">
                <a16:creationId xmlns:a16="http://schemas.microsoft.com/office/drawing/2014/main" id="{80F0E962-03CF-43C0-90B5-F0894C9B6D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241790" y="3546729"/>
            <a:ext cx="854645" cy="854645"/>
          </a:xfrm>
          <a:prstGeom prst="rect">
            <a:avLst/>
          </a:prstGeom>
        </p:spPr>
      </p:pic>
      <p:sp>
        <p:nvSpPr>
          <p:cNvPr id="31" name="正方形/長方形 30">
            <a:extLst>
              <a:ext uri="{FF2B5EF4-FFF2-40B4-BE49-F238E27FC236}">
                <a16:creationId xmlns:a16="http://schemas.microsoft.com/office/drawing/2014/main" id="{6A2B1C42-7992-45DF-A3CF-51C01EBC6D1E}"/>
              </a:ext>
            </a:extLst>
          </p:cNvPr>
          <p:cNvSpPr/>
          <p:nvPr/>
        </p:nvSpPr>
        <p:spPr>
          <a:xfrm>
            <a:off x="3373350" y="3556562"/>
            <a:ext cx="480179" cy="6865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EA820AA-E69C-496D-9A23-DB5ADF96CA77}"/>
              </a:ext>
            </a:extLst>
          </p:cNvPr>
          <p:cNvSpPr>
            <a:spLocks noGrp="1"/>
          </p:cNvSpPr>
          <p:nvPr>
            <p:ph type="title"/>
          </p:nvPr>
        </p:nvSpPr>
        <p:spPr/>
        <p:txBody>
          <a:bodyPr/>
          <a:lstStyle/>
          <a:p>
            <a:r>
              <a:rPr kumimoji="1" lang="en-US" altLang="ja-JP" dirty="0" err="1"/>
              <a:t>GenProg</a:t>
            </a:r>
            <a:endParaRPr kumimoji="1" lang="ja-JP" altLang="en-US" dirty="0"/>
          </a:p>
        </p:txBody>
      </p:sp>
      <p:sp>
        <p:nvSpPr>
          <p:cNvPr id="3" name="コンテンツ プレースホルダー 2">
            <a:extLst>
              <a:ext uri="{FF2B5EF4-FFF2-40B4-BE49-F238E27FC236}">
                <a16:creationId xmlns:a16="http://schemas.microsoft.com/office/drawing/2014/main" id="{433EB057-AD2C-4D8E-82D5-D07F4C00CC07}"/>
              </a:ext>
            </a:extLst>
          </p:cNvPr>
          <p:cNvSpPr>
            <a:spLocks noGrp="1"/>
          </p:cNvSpPr>
          <p:nvPr>
            <p:ph idx="1"/>
          </p:nvPr>
        </p:nvSpPr>
        <p:spPr/>
        <p:txBody>
          <a:bodyPr/>
          <a:lstStyle/>
          <a:p>
            <a:r>
              <a:rPr kumimoji="1" lang="ja-JP" altLang="en-US" dirty="0"/>
              <a:t>遺伝的アルゴリズムを用いた自動プログラム修正法</a:t>
            </a:r>
            <a:endParaRPr kumimoji="1" lang="en-US" altLang="ja-JP" dirty="0"/>
          </a:p>
          <a:p>
            <a:pPr lvl="1"/>
            <a:r>
              <a:rPr kumimoji="1" lang="ja-JP" altLang="en-US" dirty="0"/>
              <a:t>解候補を繰り返し生成することで解を探索</a:t>
            </a:r>
            <a:endParaRPr lang="en-US" altLang="ja-JP" dirty="0"/>
          </a:p>
          <a:p>
            <a:r>
              <a:rPr kumimoji="1" lang="ja-JP" altLang="en-US" dirty="0"/>
              <a:t>特徴</a:t>
            </a:r>
            <a:endParaRPr kumimoji="1" lang="en-US" altLang="ja-JP" dirty="0"/>
          </a:p>
          <a:p>
            <a:pPr lvl="1"/>
            <a:r>
              <a:rPr lang="ja-JP" altLang="en-US" dirty="0"/>
              <a:t>修正コストが低い</a:t>
            </a:r>
            <a:endParaRPr lang="en-US" altLang="ja-JP" dirty="0"/>
          </a:p>
          <a:p>
            <a:pPr lvl="1"/>
            <a:r>
              <a:rPr kumimoji="1" lang="ja-JP" altLang="en-US" dirty="0"/>
              <a:t>他の修正法より高精度</a:t>
            </a:r>
            <a:endParaRPr kumimoji="1" lang="en-US" altLang="ja-JP" dirty="0"/>
          </a:p>
          <a:p>
            <a:pPr lvl="1"/>
            <a:endParaRPr kumimoji="1" lang="en-US" altLang="ja-JP" dirty="0"/>
          </a:p>
        </p:txBody>
      </p:sp>
      <p:pic>
        <p:nvPicPr>
          <p:cNvPr id="50" name="図 49">
            <a:extLst>
              <a:ext uri="{FF2B5EF4-FFF2-40B4-BE49-F238E27FC236}">
                <a16:creationId xmlns:a16="http://schemas.microsoft.com/office/drawing/2014/main" id="{ACB4D651-1DB0-475E-9FC2-23D7717219B9}"/>
              </a:ext>
            </a:extLst>
          </p:cNvPr>
          <p:cNvPicPr>
            <a:picLocks noChangeAspect="1"/>
          </p:cNvPicPr>
          <p:nvPr/>
        </p:nvPicPr>
        <p:blipFill>
          <a:blip r:embed="rId5"/>
          <a:stretch>
            <a:fillRect/>
          </a:stretch>
        </p:blipFill>
        <p:spPr>
          <a:xfrm>
            <a:off x="1193929" y="3445079"/>
            <a:ext cx="608066" cy="786037"/>
          </a:xfrm>
          <a:prstGeom prst="rect">
            <a:avLst/>
          </a:prstGeom>
        </p:spPr>
      </p:pic>
      <p:sp>
        <p:nvSpPr>
          <p:cNvPr id="4" name="スライド番号プレースホルダー 3">
            <a:extLst>
              <a:ext uri="{FF2B5EF4-FFF2-40B4-BE49-F238E27FC236}">
                <a16:creationId xmlns:a16="http://schemas.microsoft.com/office/drawing/2014/main" id="{2296EC3E-B51C-4DD2-A07F-4EDDDADBB7A0}"/>
              </a:ext>
            </a:extLst>
          </p:cNvPr>
          <p:cNvSpPr>
            <a:spLocks noGrp="1"/>
          </p:cNvSpPr>
          <p:nvPr>
            <p:ph type="sldNum" sz="quarter" idx="4"/>
          </p:nvPr>
        </p:nvSpPr>
        <p:spPr/>
        <p:txBody>
          <a:bodyPr/>
          <a:lstStyle/>
          <a:p>
            <a:fld id="{3D1E95EC-FA06-447C-B439-F51D604829FB}" type="slidenum">
              <a:rPr kumimoji="1" lang="ja-JP" altLang="en-US" smtClean="0"/>
              <a:pPr/>
              <a:t>2</a:t>
            </a:fld>
            <a:endParaRPr kumimoji="1" lang="ja-JP" altLang="en-US" dirty="0"/>
          </a:p>
        </p:txBody>
      </p:sp>
      <p:pic>
        <p:nvPicPr>
          <p:cNvPr id="9" name="図 8" descr="ドキュメント 単色塗りつぶし">
            <a:extLst>
              <a:ext uri="{FF2B5EF4-FFF2-40B4-BE49-F238E27FC236}">
                <a16:creationId xmlns:a16="http://schemas.microsoft.com/office/drawing/2014/main" id="{9C92405F-2603-49EA-B2B4-E10FBEFADCB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3078958" y="3363890"/>
            <a:ext cx="928089" cy="928089"/>
          </a:xfrm>
          <a:prstGeom prst="rect">
            <a:avLst/>
          </a:prstGeom>
        </p:spPr>
      </p:pic>
      <p:sp>
        <p:nvSpPr>
          <p:cNvPr id="13" name="テキスト ボックス 12">
            <a:extLst>
              <a:ext uri="{FF2B5EF4-FFF2-40B4-BE49-F238E27FC236}">
                <a16:creationId xmlns:a16="http://schemas.microsoft.com/office/drawing/2014/main" id="{FC83AA0D-588A-4BE5-A6A2-65550FD42887}"/>
              </a:ext>
            </a:extLst>
          </p:cNvPr>
          <p:cNvSpPr txBox="1"/>
          <p:nvPr/>
        </p:nvSpPr>
        <p:spPr>
          <a:xfrm>
            <a:off x="1017969" y="4295198"/>
            <a:ext cx="954108" cy="400110"/>
          </a:xfrm>
          <a:prstGeom prst="rect">
            <a:avLst/>
          </a:prstGeom>
          <a:noFill/>
        </p:spPr>
        <p:txBody>
          <a:bodyPr wrap="none" rtlCol="0">
            <a:spAutoFit/>
          </a:bodyPr>
          <a:lstStyle/>
          <a:p>
            <a:pPr algn="ctr"/>
            <a:r>
              <a:rPr kumimoji="1" lang="ja-JP" altLang="en-US" sz="2000" dirty="0"/>
              <a:t>修正前</a:t>
            </a:r>
          </a:p>
        </p:txBody>
      </p:sp>
      <p:cxnSp>
        <p:nvCxnSpPr>
          <p:cNvPr id="24" name="直線矢印コネクタ 23">
            <a:extLst>
              <a:ext uri="{FF2B5EF4-FFF2-40B4-BE49-F238E27FC236}">
                <a16:creationId xmlns:a16="http://schemas.microsoft.com/office/drawing/2014/main" id="{FB8CAB9D-266F-4ACB-B180-1ACAB1A7B00A}"/>
              </a:ext>
            </a:extLst>
          </p:cNvPr>
          <p:cNvCxnSpPr>
            <a:cxnSpLocks/>
          </p:cNvCxnSpPr>
          <p:nvPr/>
        </p:nvCxnSpPr>
        <p:spPr>
          <a:xfrm>
            <a:off x="4096961" y="3860618"/>
            <a:ext cx="94515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953AB98A-5E36-4D85-94C9-07816C870882}"/>
              </a:ext>
            </a:extLst>
          </p:cNvPr>
          <p:cNvCxnSpPr>
            <a:cxnSpLocks/>
          </p:cNvCxnSpPr>
          <p:nvPr/>
        </p:nvCxnSpPr>
        <p:spPr>
          <a:xfrm flipH="1" flipV="1">
            <a:off x="3671385" y="4401374"/>
            <a:ext cx="472575" cy="659433"/>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60E958F3-50C3-4270-9B55-83D028B165D1}"/>
              </a:ext>
            </a:extLst>
          </p:cNvPr>
          <p:cNvCxnSpPr>
            <a:cxnSpLocks/>
          </p:cNvCxnSpPr>
          <p:nvPr/>
        </p:nvCxnSpPr>
        <p:spPr>
          <a:xfrm flipH="1">
            <a:off x="5081842" y="4401374"/>
            <a:ext cx="472575" cy="659433"/>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34" name="図 33" descr="ドキュメント 単色塗りつぶし">
            <a:extLst>
              <a:ext uri="{FF2B5EF4-FFF2-40B4-BE49-F238E27FC236}">
                <a16:creationId xmlns:a16="http://schemas.microsoft.com/office/drawing/2014/main" id="{481B450A-CC2B-482F-BF0F-F76497B65A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192390" y="3368043"/>
            <a:ext cx="940110" cy="940110"/>
          </a:xfrm>
          <a:prstGeom prst="rect">
            <a:avLst/>
          </a:prstGeom>
        </p:spPr>
      </p:pic>
      <p:sp>
        <p:nvSpPr>
          <p:cNvPr id="35" name="テキスト ボックス 34">
            <a:extLst>
              <a:ext uri="{FF2B5EF4-FFF2-40B4-BE49-F238E27FC236}">
                <a16:creationId xmlns:a16="http://schemas.microsoft.com/office/drawing/2014/main" id="{C451D473-7284-410F-A6FB-9D718AEF86A5}"/>
              </a:ext>
            </a:extLst>
          </p:cNvPr>
          <p:cNvSpPr txBox="1"/>
          <p:nvPr/>
        </p:nvSpPr>
        <p:spPr>
          <a:xfrm>
            <a:off x="7181257" y="4291979"/>
            <a:ext cx="954108" cy="400110"/>
          </a:xfrm>
          <a:prstGeom prst="rect">
            <a:avLst/>
          </a:prstGeom>
          <a:noFill/>
        </p:spPr>
        <p:txBody>
          <a:bodyPr wrap="none" rtlCol="0">
            <a:spAutoFit/>
          </a:bodyPr>
          <a:lstStyle/>
          <a:p>
            <a:pPr algn="ctr"/>
            <a:r>
              <a:rPr kumimoji="1" lang="ja-JP" altLang="en-US" sz="2000" dirty="0"/>
              <a:t>修正後</a:t>
            </a:r>
          </a:p>
        </p:txBody>
      </p:sp>
      <p:sp>
        <p:nvSpPr>
          <p:cNvPr id="36" name="テキスト ボックス 35">
            <a:extLst>
              <a:ext uri="{FF2B5EF4-FFF2-40B4-BE49-F238E27FC236}">
                <a16:creationId xmlns:a16="http://schemas.microsoft.com/office/drawing/2014/main" id="{96B407B0-BF72-4253-806A-2C7694013BBA}"/>
              </a:ext>
            </a:extLst>
          </p:cNvPr>
          <p:cNvSpPr txBox="1"/>
          <p:nvPr/>
        </p:nvSpPr>
        <p:spPr>
          <a:xfrm>
            <a:off x="4198887" y="3395279"/>
            <a:ext cx="697628" cy="400110"/>
          </a:xfrm>
          <a:prstGeom prst="rect">
            <a:avLst/>
          </a:prstGeom>
          <a:noFill/>
        </p:spPr>
        <p:txBody>
          <a:bodyPr wrap="none" rtlCol="0">
            <a:spAutoFit/>
          </a:bodyPr>
          <a:lstStyle/>
          <a:p>
            <a:pPr algn="ctr"/>
            <a:r>
              <a:rPr kumimoji="1" lang="ja-JP" altLang="en-US" sz="2000" dirty="0"/>
              <a:t>評価</a:t>
            </a:r>
            <a:endParaRPr kumimoji="1" lang="en-US" altLang="ja-JP" sz="2000" dirty="0"/>
          </a:p>
        </p:txBody>
      </p:sp>
      <p:sp>
        <p:nvSpPr>
          <p:cNvPr id="37" name="テキスト ボックス 36">
            <a:extLst>
              <a:ext uri="{FF2B5EF4-FFF2-40B4-BE49-F238E27FC236}">
                <a16:creationId xmlns:a16="http://schemas.microsoft.com/office/drawing/2014/main" id="{29EC8156-A045-4F5D-A901-9574A50EB25A}"/>
              </a:ext>
            </a:extLst>
          </p:cNvPr>
          <p:cNvSpPr txBox="1"/>
          <p:nvPr/>
        </p:nvSpPr>
        <p:spPr>
          <a:xfrm>
            <a:off x="3224703" y="4679578"/>
            <a:ext cx="697628" cy="400110"/>
          </a:xfrm>
          <a:prstGeom prst="rect">
            <a:avLst/>
          </a:prstGeom>
          <a:noFill/>
        </p:spPr>
        <p:txBody>
          <a:bodyPr wrap="none" rtlCol="0">
            <a:spAutoFit/>
          </a:bodyPr>
          <a:lstStyle/>
          <a:p>
            <a:pPr algn="ctr"/>
            <a:r>
              <a:rPr kumimoji="1" lang="ja-JP" altLang="en-US" sz="2000" dirty="0"/>
              <a:t>生成</a:t>
            </a:r>
            <a:endParaRPr kumimoji="1" lang="en-US" altLang="ja-JP" sz="2000" dirty="0"/>
          </a:p>
        </p:txBody>
      </p:sp>
      <p:sp>
        <p:nvSpPr>
          <p:cNvPr id="38" name="テキスト ボックス 37">
            <a:extLst>
              <a:ext uri="{FF2B5EF4-FFF2-40B4-BE49-F238E27FC236}">
                <a16:creationId xmlns:a16="http://schemas.microsoft.com/office/drawing/2014/main" id="{2E97818B-8C20-4AF4-9701-315C4109D358}"/>
              </a:ext>
            </a:extLst>
          </p:cNvPr>
          <p:cNvSpPr txBox="1"/>
          <p:nvPr/>
        </p:nvSpPr>
        <p:spPr>
          <a:xfrm>
            <a:off x="5331757" y="4674375"/>
            <a:ext cx="697628" cy="400110"/>
          </a:xfrm>
          <a:prstGeom prst="rect">
            <a:avLst/>
          </a:prstGeom>
          <a:noFill/>
        </p:spPr>
        <p:txBody>
          <a:bodyPr wrap="none" rtlCol="0">
            <a:spAutoFit/>
          </a:bodyPr>
          <a:lstStyle/>
          <a:p>
            <a:pPr algn="ctr"/>
            <a:r>
              <a:rPr kumimoji="1" lang="ja-JP" altLang="en-US" sz="2000" dirty="0"/>
              <a:t>選択</a:t>
            </a:r>
            <a:endParaRPr kumimoji="1" lang="en-US" altLang="ja-JP" sz="2000" dirty="0"/>
          </a:p>
        </p:txBody>
      </p:sp>
      <p:pic>
        <p:nvPicPr>
          <p:cNvPr id="41" name="図 33" descr="紙 単色塗りつぶし">
            <a:extLst>
              <a:ext uri="{FF2B5EF4-FFF2-40B4-BE49-F238E27FC236}">
                <a16:creationId xmlns:a16="http://schemas.microsoft.com/office/drawing/2014/main" id="{A3D65911-C009-4FAF-A0EE-504169A31A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203212" y="3533051"/>
            <a:ext cx="854645" cy="854645"/>
          </a:xfrm>
          <a:prstGeom prst="rect">
            <a:avLst/>
          </a:prstGeom>
        </p:spPr>
      </p:pic>
      <p:sp>
        <p:nvSpPr>
          <p:cNvPr id="42" name="正方形/長方形 41">
            <a:extLst>
              <a:ext uri="{FF2B5EF4-FFF2-40B4-BE49-F238E27FC236}">
                <a16:creationId xmlns:a16="http://schemas.microsoft.com/office/drawing/2014/main" id="{F09201FF-18A8-4C87-A19B-A7E1AACFCE55}"/>
              </a:ext>
            </a:extLst>
          </p:cNvPr>
          <p:cNvSpPr/>
          <p:nvPr/>
        </p:nvSpPr>
        <p:spPr>
          <a:xfrm>
            <a:off x="5334772" y="3542884"/>
            <a:ext cx="480179" cy="6865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8" descr="ドキュメント 単色塗りつぶし">
            <a:extLst>
              <a:ext uri="{FF2B5EF4-FFF2-40B4-BE49-F238E27FC236}">
                <a16:creationId xmlns:a16="http://schemas.microsoft.com/office/drawing/2014/main" id="{0E8D72E7-9981-4E73-8C98-EE65349A91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5040380" y="3350212"/>
            <a:ext cx="928089" cy="928089"/>
          </a:xfrm>
          <a:prstGeom prst="rect">
            <a:avLst/>
          </a:prstGeom>
        </p:spPr>
      </p:pic>
      <p:pic>
        <p:nvPicPr>
          <p:cNvPr id="44" name="図 33" descr="紙 単色塗りつぶし">
            <a:extLst>
              <a:ext uri="{FF2B5EF4-FFF2-40B4-BE49-F238E27FC236}">
                <a16:creationId xmlns:a16="http://schemas.microsoft.com/office/drawing/2014/main" id="{67809D58-0CBD-4C56-A1BA-07F3AEC89C5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336174" y="5162355"/>
            <a:ext cx="854645" cy="854645"/>
          </a:xfrm>
          <a:prstGeom prst="rect">
            <a:avLst/>
          </a:prstGeom>
        </p:spPr>
      </p:pic>
      <p:sp>
        <p:nvSpPr>
          <p:cNvPr id="45" name="正方形/長方形 44">
            <a:extLst>
              <a:ext uri="{FF2B5EF4-FFF2-40B4-BE49-F238E27FC236}">
                <a16:creationId xmlns:a16="http://schemas.microsoft.com/office/drawing/2014/main" id="{0806694B-DFB4-477F-BB98-52A73B4794F3}"/>
              </a:ext>
            </a:extLst>
          </p:cNvPr>
          <p:cNvSpPr/>
          <p:nvPr/>
        </p:nvSpPr>
        <p:spPr>
          <a:xfrm>
            <a:off x="4467734" y="5172188"/>
            <a:ext cx="480179" cy="6865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6" name="図 8" descr="ドキュメント 単色塗りつぶし">
            <a:extLst>
              <a:ext uri="{FF2B5EF4-FFF2-40B4-BE49-F238E27FC236}">
                <a16:creationId xmlns:a16="http://schemas.microsoft.com/office/drawing/2014/main" id="{3BFB65FC-F820-4D6B-9641-E5C5C714CF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173342" y="4979516"/>
            <a:ext cx="928089" cy="928089"/>
          </a:xfrm>
          <a:prstGeom prst="rect">
            <a:avLst/>
          </a:prstGeom>
        </p:spPr>
      </p:pic>
      <p:cxnSp>
        <p:nvCxnSpPr>
          <p:cNvPr id="47" name="直線矢印コネクタ 46">
            <a:extLst>
              <a:ext uri="{FF2B5EF4-FFF2-40B4-BE49-F238E27FC236}">
                <a16:creationId xmlns:a16="http://schemas.microsoft.com/office/drawing/2014/main" id="{17F582A0-EBEE-4029-B265-9D93AC35FC94}"/>
              </a:ext>
            </a:extLst>
          </p:cNvPr>
          <p:cNvCxnSpPr>
            <a:cxnSpLocks/>
          </p:cNvCxnSpPr>
          <p:nvPr/>
        </p:nvCxnSpPr>
        <p:spPr>
          <a:xfrm>
            <a:off x="2133808" y="3860618"/>
            <a:ext cx="94515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48" name="直線矢印コネクタ 47">
            <a:extLst>
              <a:ext uri="{FF2B5EF4-FFF2-40B4-BE49-F238E27FC236}">
                <a16:creationId xmlns:a16="http://schemas.microsoft.com/office/drawing/2014/main" id="{2AE882C5-4573-4A94-97CE-053102802EB9}"/>
              </a:ext>
            </a:extLst>
          </p:cNvPr>
          <p:cNvCxnSpPr>
            <a:cxnSpLocks/>
          </p:cNvCxnSpPr>
          <p:nvPr/>
        </p:nvCxnSpPr>
        <p:spPr>
          <a:xfrm>
            <a:off x="6144529" y="3860618"/>
            <a:ext cx="94515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52375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47C32-67F4-496C-97D5-D06E2376D23F}"/>
              </a:ext>
            </a:extLst>
          </p:cNvPr>
          <p:cNvSpPr>
            <a:spLocks noGrp="1"/>
          </p:cNvSpPr>
          <p:nvPr>
            <p:ph type="title"/>
          </p:nvPr>
        </p:nvSpPr>
        <p:spPr/>
        <p:txBody>
          <a:bodyPr>
            <a:normAutofit/>
          </a:bodyPr>
          <a:lstStyle/>
          <a:p>
            <a:r>
              <a:rPr lang="en-US" altLang="ja-JP" dirty="0" err="1"/>
              <a:t>GenProg</a:t>
            </a:r>
            <a:r>
              <a:rPr lang="ja-JP" altLang="en-US" dirty="0"/>
              <a:t>の流れ</a:t>
            </a:r>
          </a:p>
        </p:txBody>
      </p:sp>
      <p:sp>
        <p:nvSpPr>
          <p:cNvPr id="4" name="スライド番号プレースホルダー 3">
            <a:extLst>
              <a:ext uri="{FF2B5EF4-FFF2-40B4-BE49-F238E27FC236}">
                <a16:creationId xmlns:a16="http://schemas.microsoft.com/office/drawing/2014/main" id="{6096D7DE-F0F4-4757-AC71-4A61E477F90A}"/>
              </a:ext>
            </a:extLst>
          </p:cNvPr>
          <p:cNvSpPr>
            <a:spLocks noGrp="1"/>
          </p:cNvSpPr>
          <p:nvPr>
            <p:ph type="sldNum" sz="quarter" idx="4"/>
          </p:nvPr>
        </p:nvSpPr>
        <p:spPr/>
        <p:txBody>
          <a:bodyPr/>
          <a:lstStyle/>
          <a:p>
            <a:fld id="{3D1E95EC-FA06-447C-B439-F51D604829FB}" type="slidenum">
              <a:rPr kumimoji="1" lang="ja-JP" altLang="en-US" smtClean="0"/>
              <a:pPr/>
              <a:t>3</a:t>
            </a:fld>
            <a:endParaRPr kumimoji="1" lang="ja-JP" altLang="en-US" dirty="0"/>
          </a:p>
        </p:txBody>
      </p:sp>
      <p:sp>
        <p:nvSpPr>
          <p:cNvPr id="34" name="矢印: 五方向 33">
            <a:extLst>
              <a:ext uri="{FF2B5EF4-FFF2-40B4-BE49-F238E27FC236}">
                <a16:creationId xmlns:a16="http://schemas.microsoft.com/office/drawing/2014/main" id="{D49A087B-0313-4EE8-BE1F-21EE1F117FC7}"/>
              </a:ext>
            </a:extLst>
          </p:cNvPr>
          <p:cNvSpPr/>
          <p:nvPr/>
        </p:nvSpPr>
        <p:spPr>
          <a:xfrm rot="5400000">
            <a:off x="67236" y="1138565"/>
            <a:ext cx="802539" cy="519104"/>
          </a:xfrm>
          <a:prstGeom prst="homePlat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山形 37">
            <a:extLst>
              <a:ext uri="{FF2B5EF4-FFF2-40B4-BE49-F238E27FC236}">
                <a16:creationId xmlns:a16="http://schemas.microsoft.com/office/drawing/2014/main" id="{58249AF1-7C08-41DA-A2CF-9895DD1BA27A}"/>
              </a:ext>
            </a:extLst>
          </p:cNvPr>
          <p:cNvSpPr/>
          <p:nvPr/>
        </p:nvSpPr>
        <p:spPr>
          <a:xfrm rot="5400000">
            <a:off x="98357" y="1790775"/>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7EC459BB-F612-47E3-A247-B9840AEBE3D9}"/>
              </a:ext>
            </a:extLst>
          </p:cNvPr>
          <p:cNvSpPr/>
          <p:nvPr/>
        </p:nvSpPr>
        <p:spPr>
          <a:xfrm rot="5400000">
            <a:off x="89593" y="2432212"/>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1CFBB109-BCF8-435C-9B9B-8C4D358EA14A}"/>
              </a:ext>
            </a:extLst>
          </p:cNvPr>
          <p:cNvSpPr/>
          <p:nvPr/>
        </p:nvSpPr>
        <p:spPr>
          <a:xfrm rot="5400000">
            <a:off x="98357" y="3073650"/>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テキスト ボックス 40">
            <a:extLst>
              <a:ext uri="{FF2B5EF4-FFF2-40B4-BE49-F238E27FC236}">
                <a16:creationId xmlns:a16="http://schemas.microsoft.com/office/drawing/2014/main" id="{A1BCBD67-42B4-4A80-A340-F8BD605A2758}"/>
              </a:ext>
            </a:extLst>
          </p:cNvPr>
          <p:cNvSpPr txBox="1"/>
          <p:nvPr/>
        </p:nvSpPr>
        <p:spPr>
          <a:xfrm>
            <a:off x="899592" y="1109657"/>
            <a:ext cx="2085167"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バグ推定</a:t>
            </a:r>
          </a:p>
        </p:txBody>
      </p:sp>
      <p:sp>
        <p:nvSpPr>
          <p:cNvPr id="42" name="テキスト ボックス 41">
            <a:extLst>
              <a:ext uri="{FF2B5EF4-FFF2-40B4-BE49-F238E27FC236}">
                <a16:creationId xmlns:a16="http://schemas.microsoft.com/office/drawing/2014/main" id="{57A94AB6-F536-42C0-8AF8-A36C11CCA8AA}"/>
              </a:ext>
            </a:extLst>
          </p:cNvPr>
          <p:cNvSpPr txBox="1"/>
          <p:nvPr/>
        </p:nvSpPr>
        <p:spPr>
          <a:xfrm>
            <a:off x="917576" y="2321615"/>
            <a:ext cx="1727301"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評価</a:t>
            </a:r>
          </a:p>
        </p:txBody>
      </p:sp>
      <p:sp>
        <p:nvSpPr>
          <p:cNvPr id="43" name="テキスト ボックス 42">
            <a:extLst>
              <a:ext uri="{FF2B5EF4-FFF2-40B4-BE49-F238E27FC236}">
                <a16:creationId xmlns:a16="http://schemas.microsoft.com/office/drawing/2014/main" id="{95078474-DC1A-4BA2-A223-17F1D80E6839}"/>
              </a:ext>
            </a:extLst>
          </p:cNvPr>
          <p:cNvSpPr txBox="1"/>
          <p:nvPr/>
        </p:nvSpPr>
        <p:spPr>
          <a:xfrm>
            <a:off x="904799" y="1680178"/>
            <a:ext cx="1740078"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個体生成</a:t>
            </a:r>
          </a:p>
        </p:txBody>
      </p:sp>
      <p:sp>
        <p:nvSpPr>
          <p:cNvPr id="44" name="テキスト ボックス 43">
            <a:extLst>
              <a:ext uri="{FF2B5EF4-FFF2-40B4-BE49-F238E27FC236}">
                <a16:creationId xmlns:a16="http://schemas.microsoft.com/office/drawing/2014/main" id="{58AC6446-7E10-410B-A792-AF7AEF477480}"/>
              </a:ext>
            </a:extLst>
          </p:cNvPr>
          <p:cNvSpPr txBox="1"/>
          <p:nvPr/>
        </p:nvSpPr>
        <p:spPr>
          <a:xfrm>
            <a:off x="904798" y="2967335"/>
            <a:ext cx="1740079"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選択</a:t>
            </a:r>
          </a:p>
        </p:txBody>
      </p:sp>
      <p:sp>
        <p:nvSpPr>
          <p:cNvPr id="37" name="テキスト ボックス 36">
            <a:extLst>
              <a:ext uri="{FF2B5EF4-FFF2-40B4-BE49-F238E27FC236}">
                <a16:creationId xmlns:a16="http://schemas.microsoft.com/office/drawing/2014/main" id="{05F39B5B-90F6-487C-8917-BA4B1292D35D}"/>
              </a:ext>
            </a:extLst>
          </p:cNvPr>
          <p:cNvSpPr txBox="1"/>
          <p:nvPr/>
        </p:nvSpPr>
        <p:spPr>
          <a:xfrm>
            <a:off x="5574553" y="820731"/>
            <a:ext cx="1313180" cy="430887"/>
          </a:xfrm>
          <a:prstGeom prst="rect">
            <a:avLst/>
          </a:prstGeom>
          <a:noFill/>
        </p:spPr>
        <p:txBody>
          <a:bodyPr wrap="none" rtlCol="0">
            <a:spAutoFit/>
          </a:bodyPr>
          <a:lstStyle/>
          <a:p>
            <a:pPr algn="ctr"/>
            <a:r>
              <a:rPr kumimoji="1" lang="ja-JP" altLang="en-US" sz="2200" dirty="0"/>
              <a:t>初期個体</a:t>
            </a:r>
          </a:p>
        </p:txBody>
      </p:sp>
      <p:pic>
        <p:nvPicPr>
          <p:cNvPr id="22" name="図 5" descr="ドキュメント 単色塗りつぶし">
            <a:extLst>
              <a:ext uri="{FF2B5EF4-FFF2-40B4-BE49-F238E27FC236}">
                <a16:creationId xmlns:a16="http://schemas.microsoft.com/office/drawing/2014/main" id="{6F729EBE-73B2-4DF1-8507-218B3A6029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605500" y="1184018"/>
            <a:ext cx="1251286" cy="1251286"/>
          </a:xfrm>
          <a:prstGeom prst="rect">
            <a:avLst/>
          </a:prstGeom>
        </p:spPr>
      </p:pic>
    </p:spTree>
    <p:extLst>
      <p:ext uri="{BB962C8B-B14F-4D97-AF65-F5344CB8AC3E}">
        <p14:creationId xmlns:p14="http://schemas.microsoft.com/office/powerpoint/2010/main" val="147046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47C32-67F4-496C-97D5-D06E2376D23F}"/>
              </a:ext>
            </a:extLst>
          </p:cNvPr>
          <p:cNvSpPr>
            <a:spLocks noGrp="1"/>
          </p:cNvSpPr>
          <p:nvPr>
            <p:ph type="title"/>
          </p:nvPr>
        </p:nvSpPr>
        <p:spPr/>
        <p:txBody>
          <a:bodyPr>
            <a:normAutofit/>
          </a:bodyPr>
          <a:lstStyle/>
          <a:p>
            <a:r>
              <a:rPr lang="en-US" altLang="ja-JP" dirty="0" err="1"/>
              <a:t>GenProg</a:t>
            </a:r>
            <a:r>
              <a:rPr lang="ja-JP" altLang="en-US" dirty="0"/>
              <a:t>の流れ</a:t>
            </a:r>
          </a:p>
        </p:txBody>
      </p:sp>
      <p:sp>
        <p:nvSpPr>
          <p:cNvPr id="4" name="スライド番号プレースホルダー 3">
            <a:extLst>
              <a:ext uri="{FF2B5EF4-FFF2-40B4-BE49-F238E27FC236}">
                <a16:creationId xmlns:a16="http://schemas.microsoft.com/office/drawing/2014/main" id="{6096D7DE-F0F4-4757-AC71-4A61E477F90A}"/>
              </a:ext>
            </a:extLst>
          </p:cNvPr>
          <p:cNvSpPr>
            <a:spLocks noGrp="1"/>
          </p:cNvSpPr>
          <p:nvPr>
            <p:ph type="sldNum" sz="quarter" idx="4"/>
          </p:nvPr>
        </p:nvSpPr>
        <p:spPr/>
        <p:txBody>
          <a:bodyPr/>
          <a:lstStyle/>
          <a:p>
            <a:fld id="{3D1E95EC-FA06-447C-B439-F51D604829FB}" type="slidenum">
              <a:rPr kumimoji="1" lang="ja-JP" altLang="en-US" smtClean="0"/>
              <a:pPr/>
              <a:t>4</a:t>
            </a:fld>
            <a:endParaRPr kumimoji="1" lang="ja-JP" altLang="en-US" dirty="0"/>
          </a:p>
        </p:txBody>
      </p:sp>
      <p:sp>
        <p:nvSpPr>
          <p:cNvPr id="34" name="矢印: 五方向 33">
            <a:extLst>
              <a:ext uri="{FF2B5EF4-FFF2-40B4-BE49-F238E27FC236}">
                <a16:creationId xmlns:a16="http://schemas.microsoft.com/office/drawing/2014/main" id="{D49A087B-0313-4EE8-BE1F-21EE1F117FC7}"/>
              </a:ext>
            </a:extLst>
          </p:cNvPr>
          <p:cNvSpPr/>
          <p:nvPr/>
        </p:nvSpPr>
        <p:spPr>
          <a:xfrm rot="5400000">
            <a:off x="67236" y="1138565"/>
            <a:ext cx="802539" cy="519104"/>
          </a:xfrm>
          <a:prstGeom prst="homePlat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山形 37">
            <a:extLst>
              <a:ext uri="{FF2B5EF4-FFF2-40B4-BE49-F238E27FC236}">
                <a16:creationId xmlns:a16="http://schemas.microsoft.com/office/drawing/2014/main" id="{58249AF1-7C08-41DA-A2CF-9895DD1BA27A}"/>
              </a:ext>
            </a:extLst>
          </p:cNvPr>
          <p:cNvSpPr/>
          <p:nvPr/>
        </p:nvSpPr>
        <p:spPr>
          <a:xfrm rot="5400000">
            <a:off x="98357" y="1790775"/>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7EC459BB-F612-47E3-A247-B9840AEBE3D9}"/>
              </a:ext>
            </a:extLst>
          </p:cNvPr>
          <p:cNvSpPr/>
          <p:nvPr/>
        </p:nvSpPr>
        <p:spPr>
          <a:xfrm rot="5400000">
            <a:off x="89593" y="2432212"/>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1CFBB109-BCF8-435C-9B9B-8C4D358EA14A}"/>
              </a:ext>
            </a:extLst>
          </p:cNvPr>
          <p:cNvSpPr/>
          <p:nvPr/>
        </p:nvSpPr>
        <p:spPr>
          <a:xfrm rot="5400000">
            <a:off x="98357" y="3073650"/>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テキスト ボックス 40">
            <a:extLst>
              <a:ext uri="{FF2B5EF4-FFF2-40B4-BE49-F238E27FC236}">
                <a16:creationId xmlns:a16="http://schemas.microsoft.com/office/drawing/2014/main" id="{A1BCBD67-42B4-4A80-A340-F8BD605A2758}"/>
              </a:ext>
            </a:extLst>
          </p:cNvPr>
          <p:cNvSpPr txBox="1"/>
          <p:nvPr/>
        </p:nvSpPr>
        <p:spPr>
          <a:xfrm>
            <a:off x="899592" y="1109657"/>
            <a:ext cx="2085167"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バグ推定</a:t>
            </a:r>
          </a:p>
        </p:txBody>
      </p:sp>
      <p:sp>
        <p:nvSpPr>
          <p:cNvPr id="42" name="テキスト ボックス 41">
            <a:extLst>
              <a:ext uri="{FF2B5EF4-FFF2-40B4-BE49-F238E27FC236}">
                <a16:creationId xmlns:a16="http://schemas.microsoft.com/office/drawing/2014/main" id="{57A94AB6-F536-42C0-8AF8-A36C11CCA8AA}"/>
              </a:ext>
            </a:extLst>
          </p:cNvPr>
          <p:cNvSpPr txBox="1"/>
          <p:nvPr/>
        </p:nvSpPr>
        <p:spPr>
          <a:xfrm>
            <a:off x="917576" y="2321615"/>
            <a:ext cx="1727301"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評価</a:t>
            </a:r>
          </a:p>
        </p:txBody>
      </p:sp>
      <p:sp>
        <p:nvSpPr>
          <p:cNvPr id="43" name="テキスト ボックス 42">
            <a:extLst>
              <a:ext uri="{FF2B5EF4-FFF2-40B4-BE49-F238E27FC236}">
                <a16:creationId xmlns:a16="http://schemas.microsoft.com/office/drawing/2014/main" id="{95078474-DC1A-4BA2-A223-17F1D80E6839}"/>
              </a:ext>
            </a:extLst>
          </p:cNvPr>
          <p:cNvSpPr txBox="1"/>
          <p:nvPr/>
        </p:nvSpPr>
        <p:spPr>
          <a:xfrm>
            <a:off x="904799" y="1680178"/>
            <a:ext cx="1740078"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個体生成</a:t>
            </a:r>
          </a:p>
        </p:txBody>
      </p:sp>
      <p:sp>
        <p:nvSpPr>
          <p:cNvPr id="44" name="テキスト ボックス 43">
            <a:extLst>
              <a:ext uri="{FF2B5EF4-FFF2-40B4-BE49-F238E27FC236}">
                <a16:creationId xmlns:a16="http://schemas.microsoft.com/office/drawing/2014/main" id="{58AC6446-7E10-410B-A792-AF7AEF477480}"/>
              </a:ext>
            </a:extLst>
          </p:cNvPr>
          <p:cNvSpPr txBox="1"/>
          <p:nvPr/>
        </p:nvSpPr>
        <p:spPr>
          <a:xfrm>
            <a:off x="904798" y="2967335"/>
            <a:ext cx="1740079"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選択</a:t>
            </a:r>
          </a:p>
        </p:txBody>
      </p:sp>
      <p:pic>
        <p:nvPicPr>
          <p:cNvPr id="18" name="図 5" descr="ドキュメント 単色塗りつぶし">
            <a:extLst>
              <a:ext uri="{FF2B5EF4-FFF2-40B4-BE49-F238E27FC236}">
                <a16:creationId xmlns:a16="http://schemas.microsoft.com/office/drawing/2014/main" id="{859E3F6C-69A6-4C4B-996D-97EBBA475E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605500" y="1184018"/>
            <a:ext cx="1251286" cy="1251286"/>
          </a:xfrm>
          <a:prstGeom prst="rect">
            <a:avLst/>
          </a:prstGeom>
        </p:spPr>
      </p:pic>
      <p:sp>
        <p:nvSpPr>
          <p:cNvPr id="5" name="フリーフォーム: 図形 4">
            <a:extLst>
              <a:ext uri="{FF2B5EF4-FFF2-40B4-BE49-F238E27FC236}">
                <a16:creationId xmlns:a16="http://schemas.microsoft.com/office/drawing/2014/main" id="{DFFB7F59-720F-41E7-8DA7-2B36D43E8717}"/>
              </a:ext>
            </a:extLst>
          </p:cNvPr>
          <p:cNvSpPr/>
          <p:nvPr/>
        </p:nvSpPr>
        <p:spPr>
          <a:xfrm>
            <a:off x="5825733"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6" name="フリーフォーム: 図形 5">
            <a:extLst>
              <a:ext uri="{FF2B5EF4-FFF2-40B4-BE49-F238E27FC236}">
                <a16:creationId xmlns:a16="http://schemas.microsoft.com/office/drawing/2014/main" id="{638CB60A-C2B3-420C-93E0-F867B8A30B5F}"/>
              </a:ext>
            </a:extLst>
          </p:cNvPr>
          <p:cNvSpPr/>
          <p:nvPr/>
        </p:nvSpPr>
        <p:spPr>
          <a:xfrm>
            <a:off x="5982144"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7" name="フリーフォーム: 図形 6">
            <a:extLst>
              <a:ext uri="{FF2B5EF4-FFF2-40B4-BE49-F238E27FC236}">
                <a16:creationId xmlns:a16="http://schemas.microsoft.com/office/drawing/2014/main" id="{3642434B-8518-4F85-8C11-E4A0FDD7AFB6}"/>
              </a:ext>
            </a:extLst>
          </p:cNvPr>
          <p:cNvSpPr/>
          <p:nvPr/>
        </p:nvSpPr>
        <p:spPr>
          <a:xfrm>
            <a:off x="5982144"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8" name="フリーフォーム: 図形 7">
            <a:extLst>
              <a:ext uri="{FF2B5EF4-FFF2-40B4-BE49-F238E27FC236}">
                <a16:creationId xmlns:a16="http://schemas.microsoft.com/office/drawing/2014/main" id="{63833D81-4C76-43EE-B202-274B55653D03}"/>
              </a:ext>
            </a:extLst>
          </p:cNvPr>
          <p:cNvSpPr/>
          <p:nvPr/>
        </p:nvSpPr>
        <p:spPr>
          <a:xfrm>
            <a:off x="5982144" y="495000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FF0000"/>
          </a:solidFill>
          <a:ln w="12998" cap="flat">
            <a:noFill/>
            <a:prstDash val="solid"/>
            <a:miter/>
          </a:ln>
        </p:spPr>
        <p:txBody>
          <a:bodyPr rtlCol="0" anchor="ctr"/>
          <a:lstStyle/>
          <a:p>
            <a:endParaRPr lang="ja-JP" altLang="en-US">
              <a:solidFill>
                <a:srgbClr val="FF0000"/>
              </a:solidFill>
            </a:endParaRPr>
          </a:p>
        </p:txBody>
      </p:sp>
      <p:sp>
        <p:nvSpPr>
          <p:cNvPr id="9" name="フリーフォーム: 図形 8">
            <a:extLst>
              <a:ext uri="{FF2B5EF4-FFF2-40B4-BE49-F238E27FC236}">
                <a16:creationId xmlns:a16="http://schemas.microsoft.com/office/drawing/2014/main" id="{ADE4C2CC-C587-4DF1-8C6E-01D15CDA1C59}"/>
              </a:ext>
            </a:extLst>
          </p:cNvPr>
          <p:cNvSpPr/>
          <p:nvPr/>
        </p:nvSpPr>
        <p:spPr>
          <a:xfrm>
            <a:off x="5982144"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0" name="フリーフォーム: 図形 9">
            <a:extLst>
              <a:ext uri="{FF2B5EF4-FFF2-40B4-BE49-F238E27FC236}">
                <a16:creationId xmlns:a16="http://schemas.microsoft.com/office/drawing/2014/main" id="{8C9273E6-97D0-4C84-A8D4-4014573D5045}"/>
              </a:ext>
            </a:extLst>
          </p:cNvPr>
          <p:cNvSpPr/>
          <p:nvPr/>
        </p:nvSpPr>
        <p:spPr>
          <a:xfrm>
            <a:off x="5982144"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1" name="テキスト ボックス 30">
            <a:extLst>
              <a:ext uri="{FF2B5EF4-FFF2-40B4-BE49-F238E27FC236}">
                <a16:creationId xmlns:a16="http://schemas.microsoft.com/office/drawing/2014/main" id="{97AFF0F1-71D4-437B-AC49-DAEDCC876901}"/>
              </a:ext>
            </a:extLst>
          </p:cNvPr>
          <p:cNvSpPr txBox="1"/>
          <p:nvPr/>
        </p:nvSpPr>
        <p:spPr>
          <a:xfrm>
            <a:off x="380015" y="4606154"/>
            <a:ext cx="3258745"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バグ箇所を推定</a:t>
            </a:r>
          </a:p>
        </p:txBody>
      </p:sp>
      <p:sp>
        <p:nvSpPr>
          <p:cNvPr id="22" name="テキスト ボックス 21">
            <a:extLst>
              <a:ext uri="{FF2B5EF4-FFF2-40B4-BE49-F238E27FC236}">
                <a16:creationId xmlns:a16="http://schemas.microsoft.com/office/drawing/2014/main" id="{4A5080DF-8548-45D3-832C-90C889EFA65D}"/>
              </a:ext>
            </a:extLst>
          </p:cNvPr>
          <p:cNvSpPr txBox="1"/>
          <p:nvPr/>
        </p:nvSpPr>
        <p:spPr>
          <a:xfrm>
            <a:off x="5574553" y="820731"/>
            <a:ext cx="1313180" cy="430887"/>
          </a:xfrm>
          <a:prstGeom prst="rect">
            <a:avLst/>
          </a:prstGeom>
          <a:noFill/>
        </p:spPr>
        <p:txBody>
          <a:bodyPr wrap="none" rtlCol="0">
            <a:spAutoFit/>
          </a:bodyPr>
          <a:lstStyle/>
          <a:p>
            <a:pPr algn="ctr"/>
            <a:r>
              <a:rPr kumimoji="1" lang="ja-JP" altLang="en-US" sz="2200" dirty="0"/>
              <a:t>初期個体</a:t>
            </a:r>
          </a:p>
        </p:txBody>
      </p:sp>
      <p:pic>
        <p:nvPicPr>
          <p:cNvPr id="23" name="グラフィックス 22" descr="矢印: 直線 単色塗りつぶし">
            <a:extLst>
              <a:ext uri="{FF2B5EF4-FFF2-40B4-BE49-F238E27FC236}">
                <a16:creationId xmlns:a16="http://schemas.microsoft.com/office/drawing/2014/main" id="{191E74E7-BF23-4870-9B51-3F3CD7627E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flipV="1">
            <a:off x="5677930" y="2803022"/>
            <a:ext cx="1106424" cy="1106424"/>
          </a:xfrm>
          <a:prstGeom prst="rect">
            <a:avLst/>
          </a:prstGeom>
        </p:spPr>
      </p:pic>
    </p:spTree>
    <p:extLst>
      <p:ext uri="{BB962C8B-B14F-4D97-AF65-F5344CB8AC3E}">
        <p14:creationId xmlns:p14="http://schemas.microsoft.com/office/powerpoint/2010/main" val="965216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47C32-67F4-496C-97D5-D06E2376D23F}"/>
              </a:ext>
            </a:extLst>
          </p:cNvPr>
          <p:cNvSpPr>
            <a:spLocks noGrp="1"/>
          </p:cNvSpPr>
          <p:nvPr>
            <p:ph type="title"/>
          </p:nvPr>
        </p:nvSpPr>
        <p:spPr/>
        <p:txBody>
          <a:bodyPr>
            <a:normAutofit/>
          </a:bodyPr>
          <a:lstStyle/>
          <a:p>
            <a:r>
              <a:rPr lang="en-US" altLang="ja-JP" dirty="0" err="1"/>
              <a:t>GenProg</a:t>
            </a:r>
            <a:r>
              <a:rPr lang="ja-JP" altLang="en-US" dirty="0"/>
              <a:t>の流れ</a:t>
            </a:r>
          </a:p>
        </p:txBody>
      </p:sp>
      <p:sp>
        <p:nvSpPr>
          <p:cNvPr id="4" name="スライド番号プレースホルダー 3">
            <a:extLst>
              <a:ext uri="{FF2B5EF4-FFF2-40B4-BE49-F238E27FC236}">
                <a16:creationId xmlns:a16="http://schemas.microsoft.com/office/drawing/2014/main" id="{6096D7DE-F0F4-4757-AC71-4A61E477F90A}"/>
              </a:ext>
            </a:extLst>
          </p:cNvPr>
          <p:cNvSpPr>
            <a:spLocks noGrp="1"/>
          </p:cNvSpPr>
          <p:nvPr>
            <p:ph type="sldNum" sz="quarter" idx="4"/>
          </p:nvPr>
        </p:nvSpPr>
        <p:spPr/>
        <p:txBody>
          <a:bodyPr/>
          <a:lstStyle/>
          <a:p>
            <a:fld id="{3D1E95EC-FA06-447C-B439-F51D604829FB}" type="slidenum">
              <a:rPr kumimoji="1" lang="ja-JP" altLang="en-US" smtClean="0"/>
              <a:pPr/>
              <a:t>5</a:t>
            </a:fld>
            <a:endParaRPr kumimoji="1" lang="ja-JP" altLang="en-US" dirty="0"/>
          </a:p>
        </p:txBody>
      </p:sp>
      <p:sp>
        <p:nvSpPr>
          <p:cNvPr id="34" name="矢印: 五方向 33">
            <a:extLst>
              <a:ext uri="{FF2B5EF4-FFF2-40B4-BE49-F238E27FC236}">
                <a16:creationId xmlns:a16="http://schemas.microsoft.com/office/drawing/2014/main" id="{D49A087B-0313-4EE8-BE1F-21EE1F117FC7}"/>
              </a:ext>
            </a:extLst>
          </p:cNvPr>
          <p:cNvSpPr/>
          <p:nvPr/>
        </p:nvSpPr>
        <p:spPr>
          <a:xfrm rot="5400000">
            <a:off x="67236" y="1138565"/>
            <a:ext cx="802539" cy="519104"/>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山形 37">
            <a:extLst>
              <a:ext uri="{FF2B5EF4-FFF2-40B4-BE49-F238E27FC236}">
                <a16:creationId xmlns:a16="http://schemas.microsoft.com/office/drawing/2014/main" id="{58249AF1-7C08-41DA-A2CF-9895DD1BA27A}"/>
              </a:ext>
            </a:extLst>
          </p:cNvPr>
          <p:cNvSpPr/>
          <p:nvPr/>
        </p:nvSpPr>
        <p:spPr>
          <a:xfrm rot="5400000">
            <a:off x="98357" y="1790775"/>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7EC459BB-F612-47E3-A247-B9840AEBE3D9}"/>
              </a:ext>
            </a:extLst>
          </p:cNvPr>
          <p:cNvSpPr/>
          <p:nvPr/>
        </p:nvSpPr>
        <p:spPr>
          <a:xfrm rot="5400000">
            <a:off x="89593" y="2432212"/>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1CFBB109-BCF8-435C-9B9B-8C4D358EA14A}"/>
              </a:ext>
            </a:extLst>
          </p:cNvPr>
          <p:cNvSpPr/>
          <p:nvPr/>
        </p:nvSpPr>
        <p:spPr>
          <a:xfrm rot="5400000">
            <a:off x="98357" y="3073650"/>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テキスト ボックス 40">
            <a:extLst>
              <a:ext uri="{FF2B5EF4-FFF2-40B4-BE49-F238E27FC236}">
                <a16:creationId xmlns:a16="http://schemas.microsoft.com/office/drawing/2014/main" id="{A1BCBD67-42B4-4A80-A340-F8BD605A2758}"/>
              </a:ext>
            </a:extLst>
          </p:cNvPr>
          <p:cNvSpPr txBox="1"/>
          <p:nvPr/>
        </p:nvSpPr>
        <p:spPr>
          <a:xfrm>
            <a:off x="899592" y="1109657"/>
            <a:ext cx="2085167"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バグ推定</a:t>
            </a:r>
          </a:p>
        </p:txBody>
      </p:sp>
      <p:sp>
        <p:nvSpPr>
          <p:cNvPr id="42" name="テキスト ボックス 41">
            <a:extLst>
              <a:ext uri="{FF2B5EF4-FFF2-40B4-BE49-F238E27FC236}">
                <a16:creationId xmlns:a16="http://schemas.microsoft.com/office/drawing/2014/main" id="{57A94AB6-F536-42C0-8AF8-A36C11CCA8AA}"/>
              </a:ext>
            </a:extLst>
          </p:cNvPr>
          <p:cNvSpPr txBox="1"/>
          <p:nvPr/>
        </p:nvSpPr>
        <p:spPr>
          <a:xfrm>
            <a:off x="917576" y="2321615"/>
            <a:ext cx="1727301"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評価</a:t>
            </a:r>
          </a:p>
        </p:txBody>
      </p:sp>
      <p:sp>
        <p:nvSpPr>
          <p:cNvPr id="43" name="テキスト ボックス 42">
            <a:extLst>
              <a:ext uri="{FF2B5EF4-FFF2-40B4-BE49-F238E27FC236}">
                <a16:creationId xmlns:a16="http://schemas.microsoft.com/office/drawing/2014/main" id="{95078474-DC1A-4BA2-A223-17F1D80E6839}"/>
              </a:ext>
            </a:extLst>
          </p:cNvPr>
          <p:cNvSpPr txBox="1"/>
          <p:nvPr/>
        </p:nvSpPr>
        <p:spPr>
          <a:xfrm>
            <a:off x="904799" y="1680178"/>
            <a:ext cx="1740078"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個体生成</a:t>
            </a:r>
          </a:p>
        </p:txBody>
      </p:sp>
      <p:sp>
        <p:nvSpPr>
          <p:cNvPr id="44" name="テキスト ボックス 43">
            <a:extLst>
              <a:ext uri="{FF2B5EF4-FFF2-40B4-BE49-F238E27FC236}">
                <a16:creationId xmlns:a16="http://schemas.microsoft.com/office/drawing/2014/main" id="{58AC6446-7E10-410B-A792-AF7AEF477480}"/>
              </a:ext>
            </a:extLst>
          </p:cNvPr>
          <p:cNvSpPr txBox="1"/>
          <p:nvPr/>
        </p:nvSpPr>
        <p:spPr>
          <a:xfrm>
            <a:off x="904798" y="2967335"/>
            <a:ext cx="1740079"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選択</a:t>
            </a:r>
          </a:p>
        </p:txBody>
      </p:sp>
      <p:sp>
        <p:nvSpPr>
          <p:cNvPr id="11" name="フリーフォーム: 図形 10">
            <a:extLst>
              <a:ext uri="{FF2B5EF4-FFF2-40B4-BE49-F238E27FC236}">
                <a16:creationId xmlns:a16="http://schemas.microsoft.com/office/drawing/2014/main" id="{3AFE27C3-9843-4AF4-AB14-B51BEAF38437}"/>
              </a:ext>
            </a:extLst>
          </p:cNvPr>
          <p:cNvSpPr/>
          <p:nvPr/>
        </p:nvSpPr>
        <p:spPr>
          <a:xfrm>
            <a:off x="5827081" y="1288291"/>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12" name="フリーフォーム: 図形 11">
            <a:extLst>
              <a:ext uri="{FF2B5EF4-FFF2-40B4-BE49-F238E27FC236}">
                <a16:creationId xmlns:a16="http://schemas.microsoft.com/office/drawing/2014/main" id="{2E543121-B3DE-45CD-81A0-247094C2B0C3}"/>
              </a:ext>
            </a:extLst>
          </p:cNvPr>
          <p:cNvSpPr/>
          <p:nvPr/>
        </p:nvSpPr>
        <p:spPr>
          <a:xfrm>
            <a:off x="5983492" y="177055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3" name="フリーフォーム: 図形 12">
            <a:extLst>
              <a:ext uri="{FF2B5EF4-FFF2-40B4-BE49-F238E27FC236}">
                <a16:creationId xmlns:a16="http://schemas.microsoft.com/office/drawing/2014/main" id="{907FA365-7BC9-493A-9D88-35E1C31BB078}"/>
              </a:ext>
            </a:extLst>
          </p:cNvPr>
          <p:cNvSpPr/>
          <p:nvPr/>
        </p:nvSpPr>
        <p:spPr>
          <a:xfrm>
            <a:off x="5983492" y="1666284"/>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4" name="フリーフォーム: 図形 13">
            <a:extLst>
              <a:ext uri="{FF2B5EF4-FFF2-40B4-BE49-F238E27FC236}">
                <a16:creationId xmlns:a16="http://schemas.microsoft.com/office/drawing/2014/main" id="{934A23F0-0ACF-497C-9B44-1F89FE53C5A6}"/>
              </a:ext>
            </a:extLst>
          </p:cNvPr>
          <p:cNvSpPr/>
          <p:nvPr/>
        </p:nvSpPr>
        <p:spPr>
          <a:xfrm>
            <a:off x="5983492" y="18748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FF0000"/>
          </a:solidFill>
          <a:ln w="12998" cap="flat">
            <a:noFill/>
            <a:prstDash val="solid"/>
            <a:miter/>
          </a:ln>
        </p:spPr>
        <p:txBody>
          <a:bodyPr rtlCol="0" anchor="ctr"/>
          <a:lstStyle/>
          <a:p>
            <a:endParaRPr lang="ja-JP" altLang="en-US"/>
          </a:p>
        </p:txBody>
      </p:sp>
      <p:sp>
        <p:nvSpPr>
          <p:cNvPr id="15" name="フリーフォーム: 図形 14">
            <a:extLst>
              <a:ext uri="{FF2B5EF4-FFF2-40B4-BE49-F238E27FC236}">
                <a16:creationId xmlns:a16="http://schemas.microsoft.com/office/drawing/2014/main" id="{D8B220FC-0F39-4AA2-A9E0-242399DF78A7}"/>
              </a:ext>
            </a:extLst>
          </p:cNvPr>
          <p:cNvSpPr/>
          <p:nvPr/>
        </p:nvSpPr>
        <p:spPr>
          <a:xfrm>
            <a:off x="5983492" y="197910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6" name="フリーフォーム: 図形 15">
            <a:extLst>
              <a:ext uri="{FF2B5EF4-FFF2-40B4-BE49-F238E27FC236}">
                <a16:creationId xmlns:a16="http://schemas.microsoft.com/office/drawing/2014/main" id="{DE73B034-C4A7-4D38-8845-DC030A809B85}"/>
              </a:ext>
            </a:extLst>
          </p:cNvPr>
          <p:cNvSpPr/>
          <p:nvPr/>
        </p:nvSpPr>
        <p:spPr>
          <a:xfrm>
            <a:off x="5983492" y="20833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pic>
        <p:nvPicPr>
          <p:cNvPr id="19" name="グラフィックス 18" descr="矢印: 直線 単色塗りつぶし">
            <a:extLst>
              <a:ext uri="{FF2B5EF4-FFF2-40B4-BE49-F238E27FC236}">
                <a16:creationId xmlns:a16="http://schemas.microsoft.com/office/drawing/2014/main" id="{D0002163-E69B-4761-80FD-64CB7A4126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5677930" y="2803022"/>
            <a:ext cx="1106424" cy="1106424"/>
          </a:xfrm>
          <a:prstGeom prst="rect">
            <a:avLst/>
          </a:prstGeom>
        </p:spPr>
      </p:pic>
      <p:sp>
        <p:nvSpPr>
          <p:cNvPr id="5" name="フリーフォーム: 図形 4">
            <a:extLst>
              <a:ext uri="{FF2B5EF4-FFF2-40B4-BE49-F238E27FC236}">
                <a16:creationId xmlns:a16="http://schemas.microsoft.com/office/drawing/2014/main" id="{DFFB7F59-720F-41E7-8DA7-2B36D43E8717}"/>
              </a:ext>
            </a:extLst>
          </p:cNvPr>
          <p:cNvSpPr/>
          <p:nvPr/>
        </p:nvSpPr>
        <p:spPr>
          <a:xfrm>
            <a:off x="5825733"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6" name="フリーフォーム: 図形 5">
            <a:extLst>
              <a:ext uri="{FF2B5EF4-FFF2-40B4-BE49-F238E27FC236}">
                <a16:creationId xmlns:a16="http://schemas.microsoft.com/office/drawing/2014/main" id="{638CB60A-C2B3-420C-93E0-F867B8A30B5F}"/>
              </a:ext>
            </a:extLst>
          </p:cNvPr>
          <p:cNvSpPr/>
          <p:nvPr/>
        </p:nvSpPr>
        <p:spPr>
          <a:xfrm>
            <a:off x="5982144"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7" name="フリーフォーム: 図形 6">
            <a:extLst>
              <a:ext uri="{FF2B5EF4-FFF2-40B4-BE49-F238E27FC236}">
                <a16:creationId xmlns:a16="http://schemas.microsoft.com/office/drawing/2014/main" id="{3642434B-8518-4F85-8C11-E4A0FDD7AFB6}"/>
              </a:ext>
            </a:extLst>
          </p:cNvPr>
          <p:cNvSpPr/>
          <p:nvPr/>
        </p:nvSpPr>
        <p:spPr>
          <a:xfrm>
            <a:off x="5982144"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9" name="フリーフォーム: 図形 8">
            <a:extLst>
              <a:ext uri="{FF2B5EF4-FFF2-40B4-BE49-F238E27FC236}">
                <a16:creationId xmlns:a16="http://schemas.microsoft.com/office/drawing/2014/main" id="{ADE4C2CC-C587-4DF1-8C6E-01D15CDA1C59}"/>
              </a:ext>
            </a:extLst>
          </p:cNvPr>
          <p:cNvSpPr/>
          <p:nvPr/>
        </p:nvSpPr>
        <p:spPr>
          <a:xfrm>
            <a:off x="5982144"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0" name="フリーフォーム: 図形 9">
            <a:extLst>
              <a:ext uri="{FF2B5EF4-FFF2-40B4-BE49-F238E27FC236}">
                <a16:creationId xmlns:a16="http://schemas.microsoft.com/office/drawing/2014/main" id="{8C9273E6-97D0-4C84-A8D4-4014573D5045}"/>
              </a:ext>
            </a:extLst>
          </p:cNvPr>
          <p:cNvSpPr/>
          <p:nvPr/>
        </p:nvSpPr>
        <p:spPr>
          <a:xfrm>
            <a:off x="5982144"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8" name="フリーフォーム: 図形 27">
            <a:extLst>
              <a:ext uri="{FF2B5EF4-FFF2-40B4-BE49-F238E27FC236}">
                <a16:creationId xmlns:a16="http://schemas.microsoft.com/office/drawing/2014/main" id="{72162027-C85D-4EE5-97A1-D65B600485A2}"/>
              </a:ext>
            </a:extLst>
          </p:cNvPr>
          <p:cNvSpPr/>
          <p:nvPr/>
        </p:nvSpPr>
        <p:spPr>
          <a:xfrm>
            <a:off x="7451782"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29" name="フリーフォーム: 図形 28">
            <a:extLst>
              <a:ext uri="{FF2B5EF4-FFF2-40B4-BE49-F238E27FC236}">
                <a16:creationId xmlns:a16="http://schemas.microsoft.com/office/drawing/2014/main" id="{7E190D1A-BDDB-45A6-88E6-306D054A98C8}"/>
              </a:ext>
            </a:extLst>
          </p:cNvPr>
          <p:cNvSpPr/>
          <p:nvPr/>
        </p:nvSpPr>
        <p:spPr>
          <a:xfrm>
            <a:off x="7608193"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0" name="フリーフォーム: 図形 29">
            <a:extLst>
              <a:ext uri="{FF2B5EF4-FFF2-40B4-BE49-F238E27FC236}">
                <a16:creationId xmlns:a16="http://schemas.microsoft.com/office/drawing/2014/main" id="{9E263D21-B6BE-476B-BC93-75EA8F409A2D}"/>
              </a:ext>
            </a:extLst>
          </p:cNvPr>
          <p:cNvSpPr/>
          <p:nvPr/>
        </p:nvSpPr>
        <p:spPr>
          <a:xfrm>
            <a:off x="7608193"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1" name="フリーフォーム: 図形 30">
            <a:extLst>
              <a:ext uri="{FF2B5EF4-FFF2-40B4-BE49-F238E27FC236}">
                <a16:creationId xmlns:a16="http://schemas.microsoft.com/office/drawing/2014/main" id="{45139642-507B-42E9-A2BA-E9B7B6A2DD2E}"/>
              </a:ext>
            </a:extLst>
          </p:cNvPr>
          <p:cNvSpPr/>
          <p:nvPr/>
        </p:nvSpPr>
        <p:spPr>
          <a:xfrm>
            <a:off x="7608193" y="495000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B050"/>
          </a:solidFill>
          <a:ln w="12998" cap="flat">
            <a:noFill/>
            <a:prstDash val="solid"/>
            <a:miter/>
          </a:ln>
        </p:spPr>
        <p:txBody>
          <a:bodyPr rtlCol="0" anchor="ctr"/>
          <a:lstStyle/>
          <a:p>
            <a:endParaRPr lang="ja-JP" altLang="en-US">
              <a:solidFill>
                <a:srgbClr val="0000FF"/>
              </a:solidFill>
            </a:endParaRPr>
          </a:p>
        </p:txBody>
      </p:sp>
      <p:sp>
        <p:nvSpPr>
          <p:cNvPr id="32" name="フリーフォーム: 図形 31">
            <a:extLst>
              <a:ext uri="{FF2B5EF4-FFF2-40B4-BE49-F238E27FC236}">
                <a16:creationId xmlns:a16="http://schemas.microsoft.com/office/drawing/2014/main" id="{C22D8F7E-4718-43E4-A37C-60093DB1C7E1}"/>
              </a:ext>
            </a:extLst>
          </p:cNvPr>
          <p:cNvSpPr/>
          <p:nvPr/>
        </p:nvSpPr>
        <p:spPr>
          <a:xfrm>
            <a:off x="7608193"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3" name="フリーフォーム: 図形 32">
            <a:extLst>
              <a:ext uri="{FF2B5EF4-FFF2-40B4-BE49-F238E27FC236}">
                <a16:creationId xmlns:a16="http://schemas.microsoft.com/office/drawing/2014/main" id="{DF1A6115-6F5A-4AF7-BFCE-B203BCB449F4}"/>
              </a:ext>
            </a:extLst>
          </p:cNvPr>
          <p:cNvSpPr/>
          <p:nvPr/>
        </p:nvSpPr>
        <p:spPr>
          <a:xfrm>
            <a:off x="7608193"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8" name="テキスト ボックス 47">
            <a:extLst>
              <a:ext uri="{FF2B5EF4-FFF2-40B4-BE49-F238E27FC236}">
                <a16:creationId xmlns:a16="http://schemas.microsoft.com/office/drawing/2014/main" id="{FD35C142-533A-449C-B1A9-B053C12FF853}"/>
              </a:ext>
            </a:extLst>
          </p:cNvPr>
          <p:cNvSpPr txBox="1"/>
          <p:nvPr/>
        </p:nvSpPr>
        <p:spPr>
          <a:xfrm>
            <a:off x="380015" y="4606154"/>
            <a:ext cx="3258745" cy="1200329"/>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バグ箇所に対して</a:t>
            </a:r>
            <a:b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b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変異または交叉を行い</a:t>
            </a:r>
            <a:b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b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新たな個体を生成</a:t>
            </a:r>
          </a:p>
        </p:txBody>
      </p:sp>
      <p:sp>
        <p:nvSpPr>
          <p:cNvPr id="49" name="フリーフォーム: 図形 48">
            <a:extLst>
              <a:ext uri="{FF2B5EF4-FFF2-40B4-BE49-F238E27FC236}">
                <a16:creationId xmlns:a16="http://schemas.microsoft.com/office/drawing/2014/main" id="{031EBA9E-8BDF-4734-8938-592F6F75DCAC}"/>
              </a:ext>
            </a:extLst>
          </p:cNvPr>
          <p:cNvSpPr/>
          <p:nvPr/>
        </p:nvSpPr>
        <p:spPr>
          <a:xfrm>
            <a:off x="4239012"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50" name="フリーフォーム: 図形 49">
            <a:extLst>
              <a:ext uri="{FF2B5EF4-FFF2-40B4-BE49-F238E27FC236}">
                <a16:creationId xmlns:a16="http://schemas.microsoft.com/office/drawing/2014/main" id="{1C2EF679-D055-44C0-A53C-D89A25DFE765}"/>
              </a:ext>
            </a:extLst>
          </p:cNvPr>
          <p:cNvSpPr/>
          <p:nvPr/>
        </p:nvSpPr>
        <p:spPr>
          <a:xfrm>
            <a:off x="4395423" y="480640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1" name="フリーフォーム: 図形 50">
            <a:extLst>
              <a:ext uri="{FF2B5EF4-FFF2-40B4-BE49-F238E27FC236}">
                <a16:creationId xmlns:a16="http://schemas.microsoft.com/office/drawing/2014/main" id="{B7D6AEE9-8FD0-4EA2-90FB-F2A32603E45B}"/>
              </a:ext>
            </a:extLst>
          </p:cNvPr>
          <p:cNvSpPr/>
          <p:nvPr/>
        </p:nvSpPr>
        <p:spPr>
          <a:xfrm>
            <a:off x="4395423" y="470213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2" name="フリーフォーム: 図形 51">
            <a:extLst>
              <a:ext uri="{FF2B5EF4-FFF2-40B4-BE49-F238E27FC236}">
                <a16:creationId xmlns:a16="http://schemas.microsoft.com/office/drawing/2014/main" id="{528ECD59-0898-43AC-B424-A225E3EAEDDB}"/>
              </a:ext>
            </a:extLst>
          </p:cNvPr>
          <p:cNvSpPr/>
          <p:nvPr/>
        </p:nvSpPr>
        <p:spPr>
          <a:xfrm>
            <a:off x="4395423" y="491067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chemeClr val="tx1"/>
          </a:solidFill>
          <a:ln w="12998" cap="flat">
            <a:noFill/>
            <a:prstDash val="solid"/>
            <a:miter/>
          </a:ln>
        </p:spPr>
        <p:txBody>
          <a:bodyPr rtlCol="0" anchor="ctr"/>
          <a:lstStyle/>
          <a:p>
            <a:endParaRPr lang="ja-JP" altLang="en-US">
              <a:solidFill>
                <a:srgbClr val="FF0000"/>
              </a:solidFill>
            </a:endParaRPr>
          </a:p>
        </p:txBody>
      </p:sp>
      <p:sp>
        <p:nvSpPr>
          <p:cNvPr id="53" name="フリーフォーム: 図形 52">
            <a:extLst>
              <a:ext uri="{FF2B5EF4-FFF2-40B4-BE49-F238E27FC236}">
                <a16:creationId xmlns:a16="http://schemas.microsoft.com/office/drawing/2014/main" id="{C79EC29C-F97C-4478-B430-ADC82366AF63}"/>
              </a:ext>
            </a:extLst>
          </p:cNvPr>
          <p:cNvSpPr/>
          <p:nvPr/>
        </p:nvSpPr>
        <p:spPr>
          <a:xfrm>
            <a:off x="4395423" y="501495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4" name="フリーフォーム: 図形 53">
            <a:extLst>
              <a:ext uri="{FF2B5EF4-FFF2-40B4-BE49-F238E27FC236}">
                <a16:creationId xmlns:a16="http://schemas.microsoft.com/office/drawing/2014/main" id="{17FD6F48-6E42-4339-B960-8ABE04F0C086}"/>
              </a:ext>
            </a:extLst>
          </p:cNvPr>
          <p:cNvSpPr/>
          <p:nvPr/>
        </p:nvSpPr>
        <p:spPr>
          <a:xfrm>
            <a:off x="4395423" y="511922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5" name="フリーフォーム: 図形 54">
            <a:extLst>
              <a:ext uri="{FF2B5EF4-FFF2-40B4-BE49-F238E27FC236}">
                <a16:creationId xmlns:a16="http://schemas.microsoft.com/office/drawing/2014/main" id="{E2894BA5-C4E7-43BE-8AE1-CABD7C98C1C9}"/>
              </a:ext>
            </a:extLst>
          </p:cNvPr>
          <p:cNvSpPr/>
          <p:nvPr/>
        </p:nvSpPr>
        <p:spPr>
          <a:xfrm>
            <a:off x="4395423" y="521754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Tree>
    <p:extLst>
      <p:ext uri="{BB962C8B-B14F-4D97-AF65-F5344CB8AC3E}">
        <p14:creationId xmlns:p14="http://schemas.microsoft.com/office/powerpoint/2010/main" val="3072193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47C32-67F4-496C-97D5-D06E2376D23F}"/>
              </a:ext>
            </a:extLst>
          </p:cNvPr>
          <p:cNvSpPr>
            <a:spLocks noGrp="1"/>
          </p:cNvSpPr>
          <p:nvPr>
            <p:ph type="title"/>
          </p:nvPr>
        </p:nvSpPr>
        <p:spPr/>
        <p:txBody>
          <a:bodyPr>
            <a:normAutofit/>
          </a:bodyPr>
          <a:lstStyle/>
          <a:p>
            <a:r>
              <a:rPr lang="en-US" altLang="ja-JP" dirty="0" err="1"/>
              <a:t>GenProg</a:t>
            </a:r>
            <a:r>
              <a:rPr lang="ja-JP" altLang="en-US" dirty="0"/>
              <a:t>の流れ</a:t>
            </a:r>
          </a:p>
        </p:txBody>
      </p:sp>
      <p:sp>
        <p:nvSpPr>
          <p:cNvPr id="4" name="スライド番号プレースホルダー 3">
            <a:extLst>
              <a:ext uri="{FF2B5EF4-FFF2-40B4-BE49-F238E27FC236}">
                <a16:creationId xmlns:a16="http://schemas.microsoft.com/office/drawing/2014/main" id="{6096D7DE-F0F4-4757-AC71-4A61E477F90A}"/>
              </a:ext>
            </a:extLst>
          </p:cNvPr>
          <p:cNvSpPr>
            <a:spLocks noGrp="1"/>
          </p:cNvSpPr>
          <p:nvPr>
            <p:ph type="sldNum" sz="quarter" idx="4"/>
          </p:nvPr>
        </p:nvSpPr>
        <p:spPr/>
        <p:txBody>
          <a:bodyPr/>
          <a:lstStyle/>
          <a:p>
            <a:fld id="{3D1E95EC-FA06-447C-B439-F51D604829FB}" type="slidenum">
              <a:rPr kumimoji="1" lang="ja-JP" altLang="en-US" smtClean="0"/>
              <a:pPr/>
              <a:t>6</a:t>
            </a:fld>
            <a:endParaRPr kumimoji="1" lang="ja-JP" altLang="en-US" dirty="0"/>
          </a:p>
        </p:txBody>
      </p:sp>
      <p:sp>
        <p:nvSpPr>
          <p:cNvPr id="34" name="矢印: 五方向 33">
            <a:extLst>
              <a:ext uri="{FF2B5EF4-FFF2-40B4-BE49-F238E27FC236}">
                <a16:creationId xmlns:a16="http://schemas.microsoft.com/office/drawing/2014/main" id="{D49A087B-0313-4EE8-BE1F-21EE1F117FC7}"/>
              </a:ext>
            </a:extLst>
          </p:cNvPr>
          <p:cNvSpPr/>
          <p:nvPr/>
        </p:nvSpPr>
        <p:spPr>
          <a:xfrm rot="5400000">
            <a:off x="67236" y="1138565"/>
            <a:ext cx="802539" cy="519104"/>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山形 37">
            <a:extLst>
              <a:ext uri="{FF2B5EF4-FFF2-40B4-BE49-F238E27FC236}">
                <a16:creationId xmlns:a16="http://schemas.microsoft.com/office/drawing/2014/main" id="{58249AF1-7C08-41DA-A2CF-9895DD1BA27A}"/>
              </a:ext>
            </a:extLst>
          </p:cNvPr>
          <p:cNvSpPr/>
          <p:nvPr/>
        </p:nvSpPr>
        <p:spPr>
          <a:xfrm rot="5400000">
            <a:off x="98357" y="1790775"/>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7EC459BB-F612-47E3-A247-B9840AEBE3D9}"/>
              </a:ext>
            </a:extLst>
          </p:cNvPr>
          <p:cNvSpPr/>
          <p:nvPr/>
        </p:nvSpPr>
        <p:spPr>
          <a:xfrm rot="5400000">
            <a:off x="89593" y="2432212"/>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1CFBB109-BCF8-435C-9B9B-8C4D358EA14A}"/>
              </a:ext>
            </a:extLst>
          </p:cNvPr>
          <p:cNvSpPr/>
          <p:nvPr/>
        </p:nvSpPr>
        <p:spPr>
          <a:xfrm rot="5400000">
            <a:off x="98357" y="3073650"/>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テキスト ボックス 40">
            <a:extLst>
              <a:ext uri="{FF2B5EF4-FFF2-40B4-BE49-F238E27FC236}">
                <a16:creationId xmlns:a16="http://schemas.microsoft.com/office/drawing/2014/main" id="{A1BCBD67-42B4-4A80-A340-F8BD605A2758}"/>
              </a:ext>
            </a:extLst>
          </p:cNvPr>
          <p:cNvSpPr txBox="1"/>
          <p:nvPr/>
        </p:nvSpPr>
        <p:spPr>
          <a:xfrm>
            <a:off x="899592" y="1109657"/>
            <a:ext cx="2085167"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バグ推定</a:t>
            </a:r>
          </a:p>
        </p:txBody>
      </p:sp>
      <p:sp>
        <p:nvSpPr>
          <p:cNvPr id="42" name="テキスト ボックス 41">
            <a:extLst>
              <a:ext uri="{FF2B5EF4-FFF2-40B4-BE49-F238E27FC236}">
                <a16:creationId xmlns:a16="http://schemas.microsoft.com/office/drawing/2014/main" id="{57A94AB6-F536-42C0-8AF8-A36C11CCA8AA}"/>
              </a:ext>
            </a:extLst>
          </p:cNvPr>
          <p:cNvSpPr txBox="1"/>
          <p:nvPr/>
        </p:nvSpPr>
        <p:spPr>
          <a:xfrm>
            <a:off x="917576" y="2321615"/>
            <a:ext cx="1727301"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評価</a:t>
            </a:r>
          </a:p>
        </p:txBody>
      </p:sp>
      <p:sp>
        <p:nvSpPr>
          <p:cNvPr id="43" name="テキスト ボックス 42">
            <a:extLst>
              <a:ext uri="{FF2B5EF4-FFF2-40B4-BE49-F238E27FC236}">
                <a16:creationId xmlns:a16="http://schemas.microsoft.com/office/drawing/2014/main" id="{95078474-DC1A-4BA2-A223-17F1D80E6839}"/>
              </a:ext>
            </a:extLst>
          </p:cNvPr>
          <p:cNvSpPr txBox="1"/>
          <p:nvPr/>
        </p:nvSpPr>
        <p:spPr>
          <a:xfrm>
            <a:off x="904799" y="1680178"/>
            <a:ext cx="1740078"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個体生成</a:t>
            </a:r>
          </a:p>
        </p:txBody>
      </p:sp>
      <p:sp>
        <p:nvSpPr>
          <p:cNvPr id="44" name="テキスト ボックス 43">
            <a:extLst>
              <a:ext uri="{FF2B5EF4-FFF2-40B4-BE49-F238E27FC236}">
                <a16:creationId xmlns:a16="http://schemas.microsoft.com/office/drawing/2014/main" id="{58AC6446-7E10-410B-A792-AF7AEF477480}"/>
              </a:ext>
            </a:extLst>
          </p:cNvPr>
          <p:cNvSpPr txBox="1"/>
          <p:nvPr/>
        </p:nvSpPr>
        <p:spPr>
          <a:xfrm>
            <a:off x="904798" y="2967335"/>
            <a:ext cx="1740079"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選択</a:t>
            </a:r>
          </a:p>
        </p:txBody>
      </p:sp>
      <p:sp>
        <p:nvSpPr>
          <p:cNvPr id="83" name="フリーフォーム: 図形 82">
            <a:extLst>
              <a:ext uri="{FF2B5EF4-FFF2-40B4-BE49-F238E27FC236}">
                <a16:creationId xmlns:a16="http://schemas.microsoft.com/office/drawing/2014/main" id="{45B86A40-E839-44AB-9AF2-4660742F129E}"/>
              </a:ext>
            </a:extLst>
          </p:cNvPr>
          <p:cNvSpPr/>
          <p:nvPr/>
        </p:nvSpPr>
        <p:spPr>
          <a:xfrm>
            <a:off x="5827081" y="1287849"/>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84" name="フリーフォーム: 図形 83">
            <a:extLst>
              <a:ext uri="{FF2B5EF4-FFF2-40B4-BE49-F238E27FC236}">
                <a16:creationId xmlns:a16="http://schemas.microsoft.com/office/drawing/2014/main" id="{51CC6B0D-A1B5-4372-B1FD-15AD2B5F6987}"/>
              </a:ext>
            </a:extLst>
          </p:cNvPr>
          <p:cNvSpPr/>
          <p:nvPr/>
        </p:nvSpPr>
        <p:spPr>
          <a:xfrm>
            <a:off x="5983492" y="177011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85" name="フリーフォーム: 図形 84">
            <a:extLst>
              <a:ext uri="{FF2B5EF4-FFF2-40B4-BE49-F238E27FC236}">
                <a16:creationId xmlns:a16="http://schemas.microsoft.com/office/drawing/2014/main" id="{5407C826-6A83-4075-93C0-189247391FA6}"/>
              </a:ext>
            </a:extLst>
          </p:cNvPr>
          <p:cNvSpPr/>
          <p:nvPr/>
        </p:nvSpPr>
        <p:spPr>
          <a:xfrm>
            <a:off x="5983492" y="1665842"/>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86" name="フリーフォーム: 図形 85">
            <a:extLst>
              <a:ext uri="{FF2B5EF4-FFF2-40B4-BE49-F238E27FC236}">
                <a16:creationId xmlns:a16="http://schemas.microsoft.com/office/drawing/2014/main" id="{356A0705-46A1-4A36-877A-B86A7C2972FD}"/>
              </a:ext>
            </a:extLst>
          </p:cNvPr>
          <p:cNvSpPr/>
          <p:nvPr/>
        </p:nvSpPr>
        <p:spPr>
          <a:xfrm>
            <a:off x="5983492" y="1874390"/>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FF0000"/>
          </a:solidFill>
          <a:ln w="12998" cap="flat">
            <a:noFill/>
            <a:prstDash val="solid"/>
            <a:miter/>
          </a:ln>
        </p:spPr>
        <p:txBody>
          <a:bodyPr rtlCol="0" anchor="ctr"/>
          <a:lstStyle/>
          <a:p>
            <a:endParaRPr lang="ja-JP" altLang="en-US"/>
          </a:p>
        </p:txBody>
      </p:sp>
      <p:sp>
        <p:nvSpPr>
          <p:cNvPr id="87" name="フリーフォーム: 図形 86">
            <a:extLst>
              <a:ext uri="{FF2B5EF4-FFF2-40B4-BE49-F238E27FC236}">
                <a16:creationId xmlns:a16="http://schemas.microsoft.com/office/drawing/2014/main" id="{EF55750C-1CD4-4106-A01C-820BF3FC8B0B}"/>
              </a:ext>
            </a:extLst>
          </p:cNvPr>
          <p:cNvSpPr/>
          <p:nvPr/>
        </p:nvSpPr>
        <p:spPr>
          <a:xfrm>
            <a:off x="5983492" y="197866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88" name="フリーフォーム: 図形 87">
            <a:extLst>
              <a:ext uri="{FF2B5EF4-FFF2-40B4-BE49-F238E27FC236}">
                <a16:creationId xmlns:a16="http://schemas.microsoft.com/office/drawing/2014/main" id="{BBE053CD-924B-4588-8DDD-F5908A8BCD00}"/>
              </a:ext>
            </a:extLst>
          </p:cNvPr>
          <p:cNvSpPr/>
          <p:nvPr/>
        </p:nvSpPr>
        <p:spPr>
          <a:xfrm>
            <a:off x="5983492" y="2082937"/>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pic>
        <p:nvPicPr>
          <p:cNvPr id="89" name="グラフィックス 88" descr="矢印: 直線 単色塗りつぶし">
            <a:extLst>
              <a:ext uri="{FF2B5EF4-FFF2-40B4-BE49-F238E27FC236}">
                <a16:creationId xmlns:a16="http://schemas.microsoft.com/office/drawing/2014/main" id="{B025EA0C-EA98-43BE-BC19-31041F0F07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5677930" y="2803022"/>
            <a:ext cx="1106424" cy="1106424"/>
          </a:xfrm>
          <a:prstGeom prst="rect">
            <a:avLst/>
          </a:prstGeom>
        </p:spPr>
      </p:pic>
      <p:sp>
        <p:nvSpPr>
          <p:cNvPr id="90" name="フリーフォーム: 図形 89">
            <a:extLst>
              <a:ext uri="{FF2B5EF4-FFF2-40B4-BE49-F238E27FC236}">
                <a16:creationId xmlns:a16="http://schemas.microsoft.com/office/drawing/2014/main" id="{7ED0AAC0-57FD-44F8-A80D-3B30231B638C}"/>
              </a:ext>
            </a:extLst>
          </p:cNvPr>
          <p:cNvSpPr/>
          <p:nvPr/>
        </p:nvSpPr>
        <p:spPr>
          <a:xfrm>
            <a:off x="5825733"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91" name="フリーフォーム: 図形 90">
            <a:extLst>
              <a:ext uri="{FF2B5EF4-FFF2-40B4-BE49-F238E27FC236}">
                <a16:creationId xmlns:a16="http://schemas.microsoft.com/office/drawing/2014/main" id="{8056D136-62FC-4AE5-AD28-87BB4F3EF3C4}"/>
              </a:ext>
            </a:extLst>
          </p:cNvPr>
          <p:cNvSpPr/>
          <p:nvPr/>
        </p:nvSpPr>
        <p:spPr>
          <a:xfrm>
            <a:off x="5982144"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92" name="フリーフォーム: 図形 91">
            <a:extLst>
              <a:ext uri="{FF2B5EF4-FFF2-40B4-BE49-F238E27FC236}">
                <a16:creationId xmlns:a16="http://schemas.microsoft.com/office/drawing/2014/main" id="{18F9FFBD-5B01-415D-80D1-92365CE3B029}"/>
              </a:ext>
            </a:extLst>
          </p:cNvPr>
          <p:cNvSpPr/>
          <p:nvPr/>
        </p:nvSpPr>
        <p:spPr>
          <a:xfrm>
            <a:off x="5982144"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93" name="フリーフォーム: 図形 92">
            <a:extLst>
              <a:ext uri="{FF2B5EF4-FFF2-40B4-BE49-F238E27FC236}">
                <a16:creationId xmlns:a16="http://schemas.microsoft.com/office/drawing/2014/main" id="{0718BE2E-9FFE-4F4D-A3FE-77E2D38331BD}"/>
              </a:ext>
            </a:extLst>
          </p:cNvPr>
          <p:cNvSpPr/>
          <p:nvPr/>
        </p:nvSpPr>
        <p:spPr>
          <a:xfrm>
            <a:off x="5982144"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94" name="フリーフォーム: 図形 93">
            <a:extLst>
              <a:ext uri="{FF2B5EF4-FFF2-40B4-BE49-F238E27FC236}">
                <a16:creationId xmlns:a16="http://schemas.microsoft.com/office/drawing/2014/main" id="{10150508-01D1-4A71-A6F3-2A3911028F53}"/>
              </a:ext>
            </a:extLst>
          </p:cNvPr>
          <p:cNvSpPr/>
          <p:nvPr/>
        </p:nvSpPr>
        <p:spPr>
          <a:xfrm>
            <a:off x="5982144"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95" name="フリーフォーム: 図形 94">
            <a:extLst>
              <a:ext uri="{FF2B5EF4-FFF2-40B4-BE49-F238E27FC236}">
                <a16:creationId xmlns:a16="http://schemas.microsoft.com/office/drawing/2014/main" id="{067C628D-41DA-4A90-9B54-23B70F21E6AC}"/>
              </a:ext>
            </a:extLst>
          </p:cNvPr>
          <p:cNvSpPr/>
          <p:nvPr/>
        </p:nvSpPr>
        <p:spPr>
          <a:xfrm>
            <a:off x="7451782"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96" name="フリーフォーム: 図形 95">
            <a:extLst>
              <a:ext uri="{FF2B5EF4-FFF2-40B4-BE49-F238E27FC236}">
                <a16:creationId xmlns:a16="http://schemas.microsoft.com/office/drawing/2014/main" id="{D9151A43-61A7-458E-86D5-7066110071E3}"/>
              </a:ext>
            </a:extLst>
          </p:cNvPr>
          <p:cNvSpPr/>
          <p:nvPr/>
        </p:nvSpPr>
        <p:spPr>
          <a:xfrm>
            <a:off x="7608193"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97" name="フリーフォーム: 図形 96">
            <a:extLst>
              <a:ext uri="{FF2B5EF4-FFF2-40B4-BE49-F238E27FC236}">
                <a16:creationId xmlns:a16="http://schemas.microsoft.com/office/drawing/2014/main" id="{D1F6FA02-F68D-4D6E-A1A1-59968EF8CC5C}"/>
              </a:ext>
            </a:extLst>
          </p:cNvPr>
          <p:cNvSpPr/>
          <p:nvPr/>
        </p:nvSpPr>
        <p:spPr>
          <a:xfrm>
            <a:off x="7608193"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98" name="フリーフォーム: 図形 97">
            <a:extLst>
              <a:ext uri="{FF2B5EF4-FFF2-40B4-BE49-F238E27FC236}">
                <a16:creationId xmlns:a16="http://schemas.microsoft.com/office/drawing/2014/main" id="{42C392B4-31C5-435A-B0BA-E3D3DDF9431E}"/>
              </a:ext>
            </a:extLst>
          </p:cNvPr>
          <p:cNvSpPr/>
          <p:nvPr/>
        </p:nvSpPr>
        <p:spPr>
          <a:xfrm>
            <a:off x="7608193" y="495000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B050"/>
          </a:solidFill>
          <a:ln w="12998" cap="flat">
            <a:noFill/>
            <a:prstDash val="solid"/>
            <a:miter/>
          </a:ln>
        </p:spPr>
        <p:txBody>
          <a:bodyPr rtlCol="0" anchor="ctr"/>
          <a:lstStyle/>
          <a:p>
            <a:endParaRPr lang="ja-JP" altLang="en-US">
              <a:solidFill>
                <a:srgbClr val="0000FF"/>
              </a:solidFill>
            </a:endParaRPr>
          </a:p>
        </p:txBody>
      </p:sp>
      <p:sp>
        <p:nvSpPr>
          <p:cNvPr id="99" name="フリーフォーム: 図形 98">
            <a:extLst>
              <a:ext uri="{FF2B5EF4-FFF2-40B4-BE49-F238E27FC236}">
                <a16:creationId xmlns:a16="http://schemas.microsoft.com/office/drawing/2014/main" id="{512B9A0F-0E79-4B46-905F-5442DDEB80E1}"/>
              </a:ext>
            </a:extLst>
          </p:cNvPr>
          <p:cNvSpPr/>
          <p:nvPr/>
        </p:nvSpPr>
        <p:spPr>
          <a:xfrm>
            <a:off x="7608193"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00" name="フリーフォーム: 図形 99">
            <a:extLst>
              <a:ext uri="{FF2B5EF4-FFF2-40B4-BE49-F238E27FC236}">
                <a16:creationId xmlns:a16="http://schemas.microsoft.com/office/drawing/2014/main" id="{3AE38A27-0CBB-40EA-86F3-D50A34B6F4BF}"/>
              </a:ext>
            </a:extLst>
          </p:cNvPr>
          <p:cNvSpPr/>
          <p:nvPr/>
        </p:nvSpPr>
        <p:spPr>
          <a:xfrm>
            <a:off x="7608193"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6B27B829-1C3B-4787-BF45-0E0BA6496BDD}"/>
              </a:ext>
            </a:extLst>
          </p:cNvPr>
          <p:cNvSpPr/>
          <p:nvPr/>
        </p:nvSpPr>
        <p:spPr>
          <a:xfrm>
            <a:off x="4239012"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03156667-7F0E-4C22-9405-5262D26EF683}"/>
              </a:ext>
            </a:extLst>
          </p:cNvPr>
          <p:cNvSpPr/>
          <p:nvPr/>
        </p:nvSpPr>
        <p:spPr>
          <a:xfrm>
            <a:off x="4395423" y="480640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221BE7EC-B8FA-408E-892C-D256E32CFBD4}"/>
              </a:ext>
            </a:extLst>
          </p:cNvPr>
          <p:cNvSpPr/>
          <p:nvPr/>
        </p:nvSpPr>
        <p:spPr>
          <a:xfrm>
            <a:off x="4395423" y="470213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5FB51954-915A-42B0-89E4-1BEAFB7646B0}"/>
              </a:ext>
            </a:extLst>
          </p:cNvPr>
          <p:cNvSpPr/>
          <p:nvPr/>
        </p:nvSpPr>
        <p:spPr>
          <a:xfrm>
            <a:off x="4395423" y="491067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chemeClr val="tx1"/>
          </a:solidFill>
          <a:ln w="12998" cap="flat">
            <a:noFill/>
            <a:prstDash val="solid"/>
            <a:miter/>
          </a:ln>
        </p:spPr>
        <p:txBody>
          <a:bodyPr rtlCol="0" anchor="ctr"/>
          <a:lstStyle/>
          <a:p>
            <a:endParaRPr lang="ja-JP" altLang="en-US">
              <a:solidFill>
                <a:srgbClr val="FF0000"/>
              </a:solidFill>
            </a:endParaRPr>
          </a:p>
        </p:txBody>
      </p:sp>
      <p:sp>
        <p:nvSpPr>
          <p:cNvPr id="105" name="フリーフォーム: 図形 104">
            <a:extLst>
              <a:ext uri="{FF2B5EF4-FFF2-40B4-BE49-F238E27FC236}">
                <a16:creationId xmlns:a16="http://schemas.microsoft.com/office/drawing/2014/main" id="{85D14B39-C860-4B83-B1AD-787C57FD89B1}"/>
              </a:ext>
            </a:extLst>
          </p:cNvPr>
          <p:cNvSpPr/>
          <p:nvPr/>
        </p:nvSpPr>
        <p:spPr>
          <a:xfrm>
            <a:off x="4395423" y="501495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1BA5FD29-167D-4506-8EB2-8F7963CA1508}"/>
              </a:ext>
            </a:extLst>
          </p:cNvPr>
          <p:cNvSpPr/>
          <p:nvPr/>
        </p:nvSpPr>
        <p:spPr>
          <a:xfrm>
            <a:off x="4395423" y="511922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07" name="テキスト ボックス 106">
            <a:extLst>
              <a:ext uri="{FF2B5EF4-FFF2-40B4-BE49-F238E27FC236}">
                <a16:creationId xmlns:a16="http://schemas.microsoft.com/office/drawing/2014/main" id="{EFC2F90D-9638-4740-9B2F-D2098A2570A0}"/>
              </a:ext>
            </a:extLst>
          </p:cNvPr>
          <p:cNvSpPr txBox="1"/>
          <p:nvPr/>
        </p:nvSpPr>
        <p:spPr>
          <a:xfrm>
            <a:off x="4268611" y="5472052"/>
            <a:ext cx="748924" cy="430887"/>
          </a:xfrm>
          <a:prstGeom prst="rect">
            <a:avLst/>
          </a:prstGeom>
          <a:noFill/>
        </p:spPr>
        <p:txBody>
          <a:bodyPr wrap="none" rtlCol="0">
            <a:spAutoFit/>
          </a:bodyPr>
          <a:lstStyle/>
          <a:p>
            <a:pPr algn="ctr"/>
            <a:r>
              <a:rPr kumimoji="1" lang="ja-JP" altLang="en-US" sz="2200" dirty="0"/>
              <a:t>挿入</a:t>
            </a:r>
          </a:p>
        </p:txBody>
      </p:sp>
      <p:sp>
        <p:nvSpPr>
          <p:cNvPr id="109" name="フリーフォーム: 図形 108">
            <a:extLst>
              <a:ext uri="{FF2B5EF4-FFF2-40B4-BE49-F238E27FC236}">
                <a16:creationId xmlns:a16="http://schemas.microsoft.com/office/drawing/2014/main" id="{8B711E51-92DD-434A-B8FD-898921D5E938}"/>
              </a:ext>
            </a:extLst>
          </p:cNvPr>
          <p:cNvSpPr/>
          <p:nvPr/>
        </p:nvSpPr>
        <p:spPr>
          <a:xfrm>
            <a:off x="4395423" y="521754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10" name="テキスト ボックス 109">
            <a:extLst>
              <a:ext uri="{FF2B5EF4-FFF2-40B4-BE49-F238E27FC236}">
                <a16:creationId xmlns:a16="http://schemas.microsoft.com/office/drawing/2014/main" id="{0CCA4421-651A-41D7-87F5-BEC99C985404}"/>
              </a:ext>
            </a:extLst>
          </p:cNvPr>
          <p:cNvSpPr txBox="1"/>
          <p:nvPr/>
        </p:nvSpPr>
        <p:spPr>
          <a:xfrm>
            <a:off x="5855332" y="5472246"/>
            <a:ext cx="748924" cy="430887"/>
          </a:xfrm>
          <a:prstGeom prst="rect">
            <a:avLst/>
          </a:prstGeom>
          <a:noFill/>
        </p:spPr>
        <p:txBody>
          <a:bodyPr wrap="none" rtlCol="0">
            <a:spAutoFit/>
          </a:bodyPr>
          <a:lstStyle/>
          <a:p>
            <a:pPr algn="ctr"/>
            <a:r>
              <a:rPr kumimoji="1" lang="ja-JP" altLang="en-US" sz="2200" dirty="0"/>
              <a:t>削除</a:t>
            </a:r>
          </a:p>
        </p:txBody>
      </p:sp>
      <p:sp>
        <p:nvSpPr>
          <p:cNvPr id="111" name="テキスト ボックス 110">
            <a:extLst>
              <a:ext uri="{FF2B5EF4-FFF2-40B4-BE49-F238E27FC236}">
                <a16:creationId xmlns:a16="http://schemas.microsoft.com/office/drawing/2014/main" id="{269C91F0-A6AC-4DEA-BA8F-DA333628A764}"/>
              </a:ext>
            </a:extLst>
          </p:cNvPr>
          <p:cNvSpPr txBox="1"/>
          <p:nvPr/>
        </p:nvSpPr>
        <p:spPr>
          <a:xfrm>
            <a:off x="7481380" y="5472050"/>
            <a:ext cx="748924" cy="430887"/>
          </a:xfrm>
          <a:prstGeom prst="rect">
            <a:avLst/>
          </a:prstGeom>
          <a:noFill/>
        </p:spPr>
        <p:txBody>
          <a:bodyPr wrap="none" rtlCol="0">
            <a:spAutoFit/>
          </a:bodyPr>
          <a:lstStyle/>
          <a:p>
            <a:pPr algn="ctr"/>
            <a:r>
              <a:rPr kumimoji="1" lang="ja-JP" altLang="en-US" sz="2200" dirty="0"/>
              <a:t>置換</a:t>
            </a:r>
          </a:p>
        </p:txBody>
      </p:sp>
      <p:cxnSp>
        <p:nvCxnSpPr>
          <p:cNvPr id="8" name="直線コネクタ 7">
            <a:extLst>
              <a:ext uri="{FF2B5EF4-FFF2-40B4-BE49-F238E27FC236}">
                <a16:creationId xmlns:a16="http://schemas.microsoft.com/office/drawing/2014/main" id="{17AF2AF9-294F-4D9C-A93D-29EEE5E9D1C1}"/>
              </a:ext>
            </a:extLst>
          </p:cNvPr>
          <p:cNvCxnSpPr>
            <a:cxnSpLocks/>
          </p:cNvCxnSpPr>
          <p:nvPr/>
        </p:nvCxnSpPr>
        <p:spPr>
          <a:xfrm>
            <a:off x="2524655" y="1917894"/>
            <a:ext cx="936300" cy="0"/>
          </a:xfrm>
          <a:prstGeom prst="line">
            <a:avLst/>
          </a:prstGeom>
          <a:ln w="57150"/>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637B6AFD-746E-473B-AECD-ADC32A6D9CA0}"/>
              </a:ext>
            </a:extLst>
          </p:cNvPr>
          <p:cNvCxnSpPr>
            <a:cxnSpLocks/>
          </p:cNvCxnSpPr>
          <p:nvPr/>
        </p:nvCxnSpPr>
        <p:spPr>
          <a:xfrm>
            <a:off x="2984759" y="1940256"/>
            <a:ext cx="0" cy="457650"/>
          </a:xfrm>
          <a:prstGeom prst="line">
            <a:avLst/>
          </a:prstGeom>
          <a:ln w="57150"/>
        </p:spPr>
        <p:style>
          <a:lnRef idx="1">
            <a:schemeClr val="dk1"/>
          </a:lnRef>
          <a:fillRef idx="0">
            <a:schemeClr val="dk1"/>
          </a:fillRef>
          <a:effectRef idx="0">
            <a:schemeClr val="dk1"/>
          </a:effectRef>
          <a:fontRef idx="minor">
            <a:schemeClr val="tx1"/>
          </a:fontRef>
        </p:style>
      </p:cxnSp>
      <p:cxnSp>
        <p:nvCxnSpPr>
          <p:cNvPr id="47" name="直線コネクタ 46">
            <a:extLst>
              <a:ext uri="{FF2B5EF4-FFF2-40B4-BE49-F238E27FC236}">
                <a16:creationId xmlns:a16="http://schemas.microsoft.com/office/drawing/2014/main" id="{98B22C85-0278-4B1D-B088-49A3A9A6AD4A}"/>
              </a:ext>
            </a:extLst>
          </p:cNvPr>
          <p:cNvCxnSpPr>
            <a:cxnSpLocks/>
          </p:cNvCxnSpPr>
          <p:nvPr/>
        </p:nvCxnSpPr>
        <p:spPr>
          <a:xfrm>
            <a:off x="2955993" y="2396348"/>
            <a:ext cx="506550" cy="0"/>
          </a:xfrm>
          <a:prstGeom prst="line">
            <a:avLst/>
          </a:prstGeom>
          <a:ln w="57150"/>
        </p:spPr>
        <p:style>
          <a:lnRef idx="1">
            <a:schemeClr val="dk1"/>
          </a:lnRef>
          <a:fillRef idx="0">
            <a:schemeClr val="dk1"/>
          </a:fillRef>
          <a:effectRef idx="0">
            <a:schemeClr val="dk1"/>
          </a:effectRef>
          <a:fontRef idx="minor">
            <a:schemeClr val="tx1"/>
          </a:fontRef>
        </p:style>
      </p:cxnSp>
      <p:sp>
        <p:nvSpPr>
          <p:cNvPr id="57" name="テキスト ボックス 56">
            <a:extLst>
              <a:ext uri="{FF2B5EF4-FFF2-40B4-BE49-F238E27FC236}">
                <a16:creationId xmlns:a16="http://schemas.microsoft.com/office/drawing/2014/main" id="{17BACCE8-A161-4F9E-846B-C9E7D4C4F6EC}"/>
              </a:ext>
            </a:extLst>
          </p:cNvPr>
          <p:cNvSpPr txBox="1"/>
          <p:nvPr/>
        </p:nvSpPr>
        <p:spPr>
          <a:xfrm>
            <a:off x="3506147" y="1680178"/>
            <a:ext cx="889275"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変異</a:t>
            </a:r>
          </a:p>
        </p:txBody>
      </p:sp>
      <p:sp>
        <p:nvSpPr>
          <p:cNvPr id="58" name="テキスト ボックス 57">
            <a:extLst>
              <a:ext uri="{FF2B5EF4-FFF2-40B4-BE49-F238E27FC236}">
                <a16:creationId xmlns:a16="http://schemas.microsoft.com/office/drawing/2014/main" id="{9B542F8C-4FAB-4852-A0FF-CCFF999C6B53}"/>
              </a:ext>
            </a:extLst>
          </p:cNvPr>
          <p:cNvSpPr txBox="1"/>
          <p:nvPr/>
        </p:nvSpPr>
        <p:spPr>
          <a:xfrm>
            <a:off x="3506147" y="2181859"/>
            <a:ext cx="889275"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交叉</a:t>
            </a:r>
          </a:p>
        </p:txBody>
      </p:sp>
      <p:sp>
        <p:nvSpPr>
          <p:cNvPr id="49" name="テキスト ボックス 48">
            <a:extLst>
              <a:ext uri="{FF2B5EF4-FFF2-40B4-BE49-F238E27FC236}">
                <a16:creationId xmlns:a16="http://schemas.microsoft.com/office/drawing/2014/main" id="{CB15B41B-3A7C-408C-88D7-3988D45890BB}"/>
              </a:ext>
            </a:extLst>
          </p:cNvPr>
          <p:cNvSpPr txBox="1"/>
          <p:nvPr/>
        </p:nvSpPr>
        <p:spPr>
          <a:xfrm>
            <a:off x="380015" y="4606154"/>
            <a:ext cx="3621710" cy="830997"/>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プログラム文の</a:t>
            </a:r>
            <a:b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b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挿入や削除，置換を実施</a:t>
            </a:r>
          </a:p>
        </p:txBody>
      </p:sp>
    </p:spTree>
    <p:extLst>
      <p:ext uri="{BB962C8B-B14F-4D97-AF65-F5344CB8AC3E}">
        <p14:creationId xmlns:p14="http://schemas.microsoft.com/office/powerpoint/2010/main" val="1008818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47C32-67F4-496C-97D5-D06E2376D23F}"/>
              </a:ext>
            </a:extLst>
          </p:cNvPr>
          <p:cNvSpPr>
            <a:spLocks noGrp="1"/>
          </p:cNvSpPr>
          <p:nvPr>
            <p:ph type="title"/>
          </p:nvPr>
        </p:nvSpPr>
        <p:spPr/>
        <p:txBody>
          <a:bodyPr>
            <a:normAutofit/>
          </a:bodyPr>
          <a:lstStyle/>
          <a:p>
            <a:r>
              <a:rPr lang="en-US" altLang="ja-JP" dirty="0" err="1"/>
              <a:t>GenProg</a:t>
            </a:r>
            <a:r>
              <a:rPr lang="ja-JP" altLang="en-US" dirty="0"/>
              <a:t>の流れ</a:t>
            </a:r>
          </a:p>
        </p:txBody>
      </p:sp>
      <p:sp>
        <p:nvSpPr>
          <p:cNvPr id="4" name="スライド番号プレースホルダー 3">
            <a:extLst>
              <a:ext uri="{FF2B5EF4-FFF2-40B4-BE49-F238E27FC236}">
                <a16:creationId xmlns:a16="http://schemas.microsoft.com/office/drawing/2014/main" id="{6096D7DE-F0F4-4757-AC71-4A61E477F90A}"/>
              </a:ext>
            </a:extLst>
          </p:cNvPr>
          <p:cNvSpPr>
            <a:spLocks noGrp="1"/>
          </p:cNvSpPr>
          <p:nvPr>
            <p:ph type="sldNum" sz="quarter" idx="4"/>
          </p:nvPr>
        </p:nvSpPr>
        <p:spPr/>
        <p:txBody>
          <a:bodyPr/>
          <a:lstStyle/>
          <a:p>
            <a:fld id="{3D1E95EC-FA06-447C-B439-F51D604829FB}" type="slidenum">
              <a:rPr kumimoji="1" lang="ja-JP" altLang="en-US" smtClean="0"/>
              <a:pPr/>
              <a:t>7</a:t>
            </a:fld>
            <a:endParaRPr kumimoji="1" lang="ja-JP" altLang="en-US" dirty="0"/>
          </a:p>
        </p:txBody>
      </p:sp>
      <p:sp>
        <p:nvSpPr>
          <p:cNvPr id="34" name="矢印: 五方向 33">
            <a:extLst>
              <a:ext uri="{FF2B5EF4-FFF2-40B4-BE49-F238E27FC236}">
                <a16:creationId xmlns:a16="http://schemas.microsoft.com/office/drawing/2014/main" id="{D49A087B-0313-4EE8-BE1F-21EE1F117FC7}"/>
              </a:ext>
            </a:extLst>
          </p:cNvPr>
          <p:cNvSpPr/>
          <p:nvPr/>
        </p:nvSpPr>
        <p:spPr>
          <a:xfrm rot="5400000">
            <a:off x="67236" y="1138565"/>
            <a:ext cx="802539" cy="519104"/>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山形 37">
            <a:extLst>
              <a:ext uri="{FF2B5EF4-FFF2-40B4-BE49-F238E27FC236}">
                <a16:creationId xmlns:a16="http://schemas.microsoft.com/office/drawing/2014/main" id="{58249AF1-7C08-41DA-A2CF-9895DD1BA27A}"/>
              </a:ext>
            </a:extLst>
          </p:cNvPr>
          <p:cNvSpPr/>
          <p:nvPr/>
        </p:nvSpPr>
        <p:spPr>
          <a:xfrm rot="5400000">
            <a:off x="98357" y="1790775"/>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7EC459BB-F612-47E3-A247-B9840AEBE3D9}"/>
              </a:ext>
            </a:extLst>
          </p:cNvPr>
          <p:cNvSpPr/>
          <p:nvPr/>
        </p:nvSpPr>
        <p:spPr>
          <a:xfrm rot="5400000">
            <a:off x="89593" y="2432212"/>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1CFBB109-BCF8-435C-9B9B-8C4D358EA14A}"/>
              </a:ext>
            </a:extLst>
          </p:cNvPr>
          <p:cNvSpPr/>
          <p:nvPr/>
        </p:nvSpPr>
        <p:spPr>
          <a:xfrm rot="5400000">
            <a:off x="98357" y="3073650"/>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テキスト ボックス 40">
            <a:extLst>
              <a:ext uri="{FF2B5EF4-FFF2-40B4-BE49-F238E27FC236}">
                <a16:creationId xmlns:a16="http://schemas.microsoft.com/office/drawing/2014/main" id="{A1BCBD67-42B4-4A80-A340-F8BD605A2758}"/>
              </a:ext>
            </a:extLst>
          </p:cNvPr>
          <p:cNvSpPr txBox="1"/>
          <p:nvPr/>
        </p:nvSpPr>
        <p:spPr>
          <a:xfrm>
            <a:off x="899592" y="1109657"/>
            <a:ext cx="2085167"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バグ推定</a:t>
            </a:r>
          </a:p>
        </p:txBody>
      </p:sp>
      <p:sp>
        <p:nvSpPr>
          <p:cNvPr id="42" name="テキスト ボックス 41">
            <a:extLst>
              <a:ext uri="{FF2B5EF4-FFF2-40B4-BE49-F238E27FC236}">
                <a16:creationId xmlns:a16="http://schemas.microsoft.com/office/drawing/2014/main" id="{57A94AB6-F536-42C0-8AF8-A36C11CCA8AA}"/>
              </a:ext>
            </a:extLst>
          </p:cNvPr>
          <p:cNvSpPr txBox="1"/>
          <p:nvPr/>
        </p:nvSpPr>
        <p:spPr>
          <a:xfrm>
            <a:off x="917576" y="2321615"/>
            <a:ext cx="1727301"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評価</a:t>
            </a:r>
          </a:p>
        </p:txBody>
      </p:sp>
      <p:sp>
        <p:nvSpPr>
          <p:cNvPr id="43" name="テキスト ボックス 42">
            <a:extLst>
              <a:ext uri="{FF2B5EF4-FFF2-40B4-BE49-F238E27FC236}">
                <a16:creationId xmlns:a16="http://schemas.microsoft.com/office/drawing/2014/main" id="{95078474-DC1A-4BA2-A223-17F1D80E6839}"/>
              </a:ext>
            </a:extLst>
          </p:cNvPr>
          <p:cNvSpPr txBox="1"/>
          <p:nvPr/>
        </p:nvSpPr>
        <p:spPr>
          <a:xfrm>
            <a:off x="904799" y="1680178"/>
            <a:ext cx="1740078"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個体生成</a:t>
            </a:r>
          </a:p>
        </p:txBody>
      </p:sp>
      <p:sp>
        <p:nvSpPr>
          <p:cNvPr id="44" name="テキスト ボックス 43">
            <a:extLst>
              <a:ext uri="{FF2B5EF4-FFF2-40B4-BE49-F238E27FC236}">
                <a16:creationId xmlns:a16="http://schemas.microsoft.com/office/drawing/2014/main" id="{58AC6446-7E10-410B-A792-AF7AEF477480}"/>
              </a:ext>
            </a:extLst>
          </p:cNvPr>
          <p:cNvSpPr txBox="1"/>
          <p:nvPr/>
        </p:nvSpPr>
        <p:spPr>
          <a:xfrm>
            <a:off x="904798" y="2967335"/>
            <a:ext cx="1740079"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選択</a:t>
            </a:r>
          </a:p>
        </p:txBody>
      </p:sp>
      <p:cxnSp>
        <p:nvCxnSpPr>
          <p:cNvPr id="22" name="直線コネクタ 21">
            <a:extLst>
              <a:ext uri="{FF2B5EF4-FFF2-40B4-BE49-F238E27FC236}">
                <a16:creationId xmlns:a16="http://schemas.microsoft.com/office/drawing/2014/main" id="{7CFBD82C-A751-4104-AC99-7ABA58202563}"/>
              </a:ext>
            </a:extLst>
          </p:cNvPr>
          <p:cNvCxnSpPr>
            <a:cxnSpLocks/>
          </p:cNvCxnSpPr>
          <p:nvPr/>
        </p:nvCxnSpPr>
        <p:spPr>
          <a:xfrm>
            <a:off x="2524655" y="1917894"/>
            <a:ext cx="936300" cy="0"/>
          </a:xfrm>
          <a:prstGeom prst="line">
            <a:avLst/>
          </a:prstGeom>
          <a:ln w="57150"/>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3AFB1A58-3FCE-453A-97DA-F44167A62388}"/>
              </a:ext>
            </a:extLst>
          </p:cNvPr>
          <p:cNvCxnSpPr>
            <a:cxnSpLocks/>
          </p:cNvCxnSpPr>
          <p:nvPr/>
        </p:nvCxnSpPr>
        <p:spPr>
          <a:xfrm>
            <a:off x="2984759" y="1940256"/>
            <a:ext cx="0" cy="457650"/>
          </a:xfrm>
          <a:prstGeom prst="line">
            <a:avLst/>
          </a:prstGeom>
          <a:ln w="57150"/>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1422457A-BBB8-4285-A9C4-647FFEA053AA}"/>
              </a:ext>
            </a:extLst>
          </p:cNvPr>
          <p:cNvCxnSpPr>
            <a:cxnSpLocks/>
          </p:cNvCxnSpPr>
          <p:nvPr/>
        </p:nvCxnSpPr>
        <p:spPr>
          <a:xfrm>
            <a:off x="2955993" y="2396348"/>
            <a:ext cx="506550" cy="0"/>
          </a:xfrm>
          <a:prstGeom prst="line">
            <a:avLst/>
          </a:prstGeom>
          <a:ln w="57150"/>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33BB11A6-676F-450A-9C85-1E1CFF079466}"/>
              </a:ext>
            </a:extLst>
          </p:cNvPr>
          <p:cNvSpPr txBox="1"/>
          <p:nvPr/>
        </p:nvSpPr>
        <p:spPr>
          <a:xfrm>
            <a:off x="3506147" y="1680178"/>
            <a:ext cx="889275"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変異</a:t>
            </a:r>
          </a:p>
        </p:txBody>
      </p:sp>
      <p:sp>
        <p:nvSpPr>
          <p:cNvPr id="26" name="テキスト ボックス 25">
            <a:extLst>
              <a:ext uri="{FF2B5EF4-FFF2-40B4-BE49-F238E27FC236}">
                <a16:creationId xmlns:a16="http://schemas.microsoft.com/office/drawing/2014/main" id="{16B22DE3-FA15-46C8-B619-5DE4D2ED2F76}"/>
              </a:ext>
            </a:extLst>
          </p:cNvPr>
          <p:cNvSpPr txBox="1"/>
          <p:nvPr/>
        </p:nvSpPr>
        <p:spPr>
          <a:xfrm>
            <a:off x="3506147" y="2181859"/>
            <a:ext cx="889275"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交叉</a:t>
            </a:r>
          </a:p>
        </p:txBody>
      </p:sp>
      <p:pic>
        <p:nvPicPr>
          <p:cNvPr id="27" name="図 5" descr="ドキュメント 単色塗りつぶし">
            <a:extLst>
              <a:ext uri="{FF2B5EF4-FFF2-40B4-BE49-F238E27FC236}">
                <a16:creationId xmlns:a16="http://schemas.microsoft.com/office/drawing/2014/main" id="{AF7FF12C-DCFE-4AD3-BCB0-ACE9100BF79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567988" y="1173652"/>
            <a:ext cx="1251286" cy="1251286"/>
          </a:xfrm>
          <a:prstGeom prst="rect">
            <a:avLst/>
          </a:prstGeom>
        </p:spPr>
      </p:pic>
      <p:pic>
        <p:nvPicPr>
          <p:cNvPr id="28" name="図 5" descr="ドキュメント 単色塗りつぶし">
            <a:extLst>
              <a:ext uri="{FF2B5EF4-FFF2-40B4-BE49-F238E27FC236}">
                <a16:creationId xmlns:a16="http://schemas.microsoft.com/office/drawing/2014/main" id="{DED813FF-F53F-4A4B-BCE5-A9C5E0CB691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643012" y="1169191"/>
            <a:ext cx="1251286" cy="1251286"/>
          </a:xfrm>
          <a:prstGeom prst="rect">
            <a:avLst/>
          </a:prstGeom>
        </p:spPr>
      </p:pic>
      <p:pic>
        <p:nvPicPr>
          <p:cNvPr id="29" name="図 5" descr="ドキュメント 単色塗りつぶし">
            <a:extLst>
              <a:ext uri="{FF2B5EF4-FFF2-40B4-BE49-F238E27FC236}">
                <a16:creationId xmlns:a16="http://schemas.microsoft.com/office/drawing/2014/main" id="{B389E7DB-A587-41C9-B828-02446A5BBC5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5605500" y="4261079"/>
            <a:ext cx="1251286" cy="1251286"/>
          </a:xfrm>
          <a:prstGeom prst="rect">
            <a:avLst/>
          </a:prstGeom>
        </p:spPr>
      </p:pic>
      <p:cxnSp>
        <p:nvCxnSpPr>
          <p:cNvPr id="30" name="直線矢印コネクタ 29">
            <a:extLst>
              <a:ext uri="{FF2B5EF4-FFF2-40B4-BE49-F238E27FC236}">
                <a16:creationId xmlns:a16="http://schemas.microsoft.com/office/drawing/2014/main" id="{23AFA7F1-EE68-4602-8473-8CAA629CD91A}"/>
              </a:ext>
            </a:extLst>
          </p:cNvPr>
          <p:cNvCxnSpPr>
            <a:cxnSpLocks/>
          </p:cNvCxnSpPr>
          <p:nvPr/>
        </p:nvCxnSpPr>
        <p:spPr>
          <a:xfrm>
            <a:off x="5344221" y="2580199"/>
            <a:ext cx="703410" cy="1521159"/>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1" name="直線矢印コネクタ 30">
            <a:extLst>
              <a:ext uri="{FF2B5EF4-FFF2-40B4-BE49-F238E27FC236}">
                <a16:creationId xmlns:a16="http://schemas.microsoft.com/office/drawing/2014/main" id="{DBF45102-E20A-4922-9CB9-31CED0603822}"/>
              </a:ext>
            </a:extLst>
          </p:cNvPr>
          <p:cNvCxnSpPr>
            <a:cxnSpLocks/>
          </p:cNvCxnSpPr>
          <p:nvPr/>
        </p:nvCxnSpPr>
        <p:spPr>
          <a:xfrm flipH="1">
            <a:off x="6387969" y="2580199"/>
            <a:ext cx="703410" cy="1521159"/>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2" name="テキスト ボックス 31">
            <a:extLst>
              <a:ext uri="{FF2B5EF4-FFF2-40B4-BE49-F238E27FC236}">
                <a16:creationId xmlns:a16="http://schemas.microsoft.com/office/drawing/2014/main" id="{7B30C2A9-2995-41F2-AA82-C4941D32EA1F}"/>
              </a:ext>
            </a:extLst>
          </p:cNvPr>
          <p:cNvSpPr txBox="1"/>
          <p:nvPr/>
        </p:nvSpPr>
        <p:spPr>
          <a:xfrm>
            <a:off x="380014" y="4606154"/>
            <a:ext cx="3277586" cy="830997"/>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前世代の</a:t>
            </a:r>
            <a: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t>2</a:t>
            </a: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個体から</a:t>
            </a:r>
            <a:b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b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新たな個体を生成</a:t>
            </a:r>
          </a:p>
        </p:txBody>
      </p:sp>
    </p:spTree>
    <p:extLst>
      <p:ext uri="{BB962C8B-B14F-4D97-AF65-F5344CB8AC3E}">
        <p14:creationId xmlns:p14="http://schemas.microsoft.com/office/powerpoint/2010/main" val="3704820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47C32-67F4-496C-97D5-D06E2376D23F}"/>
              </a:ext>
            </a:extLst>
          </p:cNvPr>
          <p:cNvSpPr>
            <a:spLocks noGrp="1"/>
          </p:cNvSpPr>
          <p:nvPr>
            <p:ph type="title"/>
          </p:nvPr>
        </p:nvSpPr>
        <p:spPr/>
        <p:txBody>
          <a:bodyPr>
            <a:normAutofit/>
          </a:bodyPr>
          <a:lstStyle/>
          <a:p>
            <a:r>
              <a:rPr lang="en-US" altLang="ja-JP" dirty="0" err="1"/>
              <a:t>GenProg</a:t>
            </a:r>
            <a:r>
              <a:rPr lang="ja-JP" altLang="en-US" dirty="0"/>
              <a:t>の流れ</a:t>
            </a:r>
          </a:p>
        </p:txBody>
      </p:sp>
      <p:sp>
        <p:nvSpPr>
          <p:cNvPr id="4" name="スライド番号プレースホルダー 3">
            <a:extLst>
              <a:ext uri="{FF2B5EF4-FFF2-40B4-BE49-F238E27FC236}">
                <a16:creationId xmlns:a16="http://schemas.microsoft.com/office/drawing/2014/main" id="{6096D7DE-F0F4-4757-AC71-4A61E477F90A}"/>
              </a:ext>
            </a:extLst>
          </p:cNvPr>
          <p:cNvSpPr>
            <a:spLocks noGrp="1"/>
          </p:cNvSpPr>
          <p:nvPr>
            <p:ph type="sldNum" sz="quarter" idx="4"/>
          </p:nvPr>
        </p:nvSpPr>
        <p:spPr/>
        <p:txBody>
          <a:bodyPr/>
          <a:lstStyle/>
          <a:p>
            <a:fld id="{3D1E95EC-FA06-447C-B439-F51D604829FB}" type="slidenum">
              <a:rPr kumimoji="1" lang="ja-JP" altLang="en-US" smtClean="0"/>
              <a:pPr/>
              <a:t>8</a:t>
            </a:fld>
            <a:endParaRPr kumimoji="1" lang="ja-JP" altLang="en-US" dirty="0"/>
          </a:p>
        </p:txBody>
      </p:sp>
      <p:sp>
        <p:nvSpPr>
          <p:cNvPr id="34" name="矢印: 五方向 33">
            <a:extLst>
              <a:ext uri="{FF2B5EF4-FFF2-40B4-BE49-F238E27FC236}">
                <a16:creationId xmlns:a16="http://schemas.microsoft.com/office/drawing/2014/main" id="{D49A087B-0313-4EE8-BE1F-21EE1F117FC7}"/>
              </a:ext>
            </a:extLst>
          </p:cNvPr>
          <p:cNvSpPr/>
          <p:nvPr/>
        </p:nvSpPr>
        <p:spPr>
          <a:xfrm rot="5400000">
            <a:off x="67236" y="1138565"/>
            <a:ext cx="802539" cy="519104"/>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山形 37">
            <a:extLst>
              <a:ext uri="{FF2B5EF4-FFF2-40B4-BE49-F238E27FC236}">
                <a16:creationId xmlns:a16="http://schemas.microsoft.com/office/drawing/2014/main" id="{58249AF1-7C08-41DA-A2CF-9895DD1BA27A}"/>
              </a:ext>
            </a:extLst>
          </p:cNvPr>
          <p:cNvSpPr/>
          <p:nvPr/>
        </p:nvSpPr>
        <p:spPr>
          <a:xfrm rot="5400000">
            <a:off x="98357" y="1790775"/>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7EC459BB-F612-47E3-A247-B9840AEBE3D9}"/>
              </a:ext>
            </a:extLst>
          </p:cNvPr>
          <p:cNvSpPr/>
          <p:nvPr/>
        </p:nvSpPr>
        <p:spPr>
          <a:xfrm rot="5400000">
            <a:off x="89593" y="2432212"/>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1CFBB109-BCF8-435C-9B9B-8C4D358EA14A}"/>
              </a:ext>
            </a:extLst>
          </p:cNvPr>
          <p:cNvSpPr/>
          <p:nvPr/>
        </p:nvSpPr>
        <p:spPr>
          <a:xfrm rot="5400000">
            <a:off x="98357" y="3073650"/>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テキスト ボックス 40">
            <a:extLst>
              <a:ext uri="{FF2B5EF4-FFF2-40B4-BE49-F238E27FC236}">
                <a16:creationId xmlns:a16="http://schemas.microsoft.com/office/drawing/2014/main" id="{A1BCBD67-42B4-4A80-A340-F8BD605A2758}"/>
              </a:ext>
            </a:extLst>
          </p:cNvPr>
          <p:cNvSpPr txBox="1"/>
          <p:nvPr/>
        </p:nvSpPr>
        <p:spPr>
          <a:xfrm>
            <a:off x="899592" y="1109657"/>
            <a:ext cx="2085167"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バグ推定</a:t>
            </a:r>
          </a:p>
        </p:txBody>
      </p:sp>
      <p:sp>
        <p:nvSpPr>
          <p:cNvPr id="42" name="テキスト ボックス 41">
            <a:extLst>
              <a:ext uri="{FF2B5EF4-FFF2-40B4-BE49-F238E27FC236}">
                <a16:creationId xmlns:a16="http://schemas.microsoft.com/office/drawing/2014/main" id="{57A94AB6-F536-42C0-8AF8-A36C11CCA8AA}"/>
              </a:ext>
            </a:extLst>
          </p:cNvPr>
          <p:cNvSpPr txBox="1"/>
          <p:nvPr/>
        </p:nvSpPr>
        <p:spPr>
          <a:xfrm>
            <a:off x="917576" y="2321615"/>
            <a:ext cx="1727301"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評価</a:t>
            </a:r>
          </a:p>
        </p:txBody>
      </p:sp>
      <p:sp>
        <p:nvSpPr>
          <p:cNvPr id="43" name="テキスト ボックス 42">
            <a:extLst>
              <a:ext uri="{FF2B5EF4-FFF2-40B4-BE49-F238E27FC236}">
                <a16:creationId xmlns:a16="http://schemas.microsoft.com/office/drawing/2014/main" id="{95078474-DC1A-4BA2-A223-17F1D80E6839}"/>
              </a:ext>
            </a:extLst>
          </p:cNvPr>
          <p:cNvSpPr txBox="1"/>
          <p:nvPr/>
        </p:nvSpPr>
        <p:spPr>
          <a:xfrm>
            <a:off x="904799" y="1680178"/>
            <a:ext cx="1740078"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個体生成</a:t>
            </a:r>
          </a:p>
        </p:txBody>
      </p:sp>
      <p:sp>
        <p:nvSpPr>
          <p:cNvPr id="44" name="テキスト ボックス 43">
            <a:extLst>
              <a:ext uri="{FF2B5EF4-FFF2-40B4-BE49-F238E27FC236}">
                <a16:creationId xmlns:a16="http://schemas.microsoft.com/office/drawing/2014/main" id="{58AC6446-7E10-410B-A792-AF7AEF477480}"/>
              </a:ext>
            </a:extLst>
          </p:cNvPr>
          <p:cNvSpPr txBox="1"/>
          <p:nvPr/>
        </p:nvSpPr>
        <p:spPr>
          <a:xfrm>
            <a:off x="904798" y="2967335"/>
            <a:ext cx="1740079"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選択</a:t>
            </a:r>
          </a:p>
        </p:txBody>
      </p:sp>
      <p:sp>
        <p:nvSpPr>
          <p:cNvPr id="14" name="テキスト ボックス 13">
            <a:extLst>
              <a:ext uri="{FF2B5EF4-FFF2-40B4-BE49-F238E27FC236}">
                <a16:creationId xmlns:a16="http://schemas.microsoft.com/office/drawing/2014/main" id="{BCAB4011-F504-457E-A8C9-D47A353B816A}"/>
              </a:ext>
            </a:extLst>
          </p:cNvPr>
          <p:cNvSpPr txBox="1"/>
          <p:nvPr/>
        </p:nvSpPr>
        <p:spPr>
          <a:xfrm>
            <a:off x="380015" y="4606154"/>
            <a:ext cx="3258745" cy="1569660"/>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個体に対して</a:t>
            </a:r>
            <a:b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b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評価値を算出</a:t>
            </a:r>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a:p>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評価値：テスト通過率</a:t>
            </a:r>
          </a:p>
        </p:txBody>
      </p:sp>
      <p:sp>
        <p:nvSpPr>
          <p:cNvPr id="15" name="フリーフォーム: 図形 14">
            <a:extLst>
              <a:ext uri="{FF2B5EF4-FFF2-40B4-BE49-F238E27FC236}">
                <a16:creationId xmlns:a16="http://schemas.microsoft.com/office/drawing/2014/main" id="{765D69B5-738E-4205-A621-F131A7B256D6}"/>
              </a:ext>
            </a:extLst>
          </p:cNvPr>
          <p:cNvSpPr/>
          <p:nvPr/>
        </p:nvSpPr>
        <p:spPr>
          <a:xfrm>
            <a:off x="5826762" y="1288728"/>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16" name="フリーフォーム: 図形 15">
            <a:extLst>
              <a:ext uri="{FF2B5EF4-FFF2-40B4-BE49-F238E27FC236}">
                <a16:creationId xmlns:a16="http://schemas.microsoft.com/office/drawing/2014/main" id="{21CEC52D-DA2D-4045-9B12-D05A153E40C9}"/>
              </a:ext>
            </a:extLst>
          </p:cNvPr>
          <p:cNvSpPr/>
          <p:nvPr/>
        </p:nvSpPr>
        <p:spPr>
          <a:xfrm>
            <a:off x="5983173" y="177099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7" name="フリーフォーム: 図形 16">
            <a:extLst>
              <a:ext uri="{FF2B5EF4-FFF2-40B4-BE49-F238E27FC236}">
                <a16:creationId xmlns:a16="http://schemas.microsoft.com/office/drawing/2014/main" id="{1B3E58D9-D40C-4606-8699-A00BB231DD98}"/>
              </a:ext>
            </a:extLst>
          </p:cNvPr>
          <p:cNvSpPr/>
          <p:nvPr/>
        </p:nvSpPr>
        <p:spPr>
          <a:xfrm>
            <a:off x="5983173" y="1666721"/>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8" name="フリーフォーム: 図形 17">
            <a:extLst>
              <a:ext uri="{FF2B5EF4-FFF2-40B4-BE49-F238E27FC236}">
                <a16:creationId xmlns:a16="http://schemas.microsoft.com/office/drawing/2014/main" id="{AB51E71C-4D5D-4303-9913-753FC5ADCFAC}"/>
              </a:ext>
            </a:extLst>
          </p:cNvPr>
          <p:cNvSpPr/>
          <p:nvPr/>
        </p:nvSpPr>
        <p:spPr>
          <a:xfrm>
            <a:off x="5983173" y="197954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9" name="フリーフォーム: 図形 18">
            <a:extLst>
              <a:ext uri="{FF2B5EF4-FFF2-40B4-BE49-F238E27FC236}">
                <a16:creationId xmlns:a16="http://schemas.microsoft.com/office/drawing/2014/main" id="{7A513D9F-C902-4622-85EE-6B24BAA02095}"/>
              </a:ext>
            </a:extLst>
          </p:cNvPr>
          <p:cNvSpPr/>
          <p:nvPr/>
        </p:nvSpPr>
        <p:spPr>
          <a:xfrm>
            <a:off x="5983173" y="208381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0" name="フリーフォーム: 図形 19">
            <a:extLst>
              <a:ext uri="{FF2B5EF4-FFF2-40B4-BE49-F238E27FC236}">
                <a16:creationId xmlns:a16="http://schemas.microsoft.com/office/drawing/2014/main" id="{EC494B30-42B2-4826-9F40-4CE7565764DF}"/>
              </a:ext>
            </a:extLst>
          </p:cNvPr>
          <p:cNvSpPr/>
          <p:nvPr/>
        </p:nvSpPr>
        <p:spPr>
          <a:xfrm>
            <a:off x="7414968" y="1288728"/>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21" name="フリーフォーム: 図形 20">
            <a:extLst>
              <a:ext uri="{FF2B5EF4-FFF2-40B4-BE49-F238E27FC236}">
                <a16:creationId xmlns:a16="http://schemas.microsoft.com/office/drawing/2014/main" id="{8550400C-40A3-4698-8BA1-5C16CE75B31C}"/>
              </a:ext>
            </a:extLst>
          </p:cNvPr>
          <p:cNvSpPr/>
          <p:nvPr/>
        </p:nvSpPr>
        <p:spPr>
          <a:xfrm>
            <a:off x="7571379" y="177099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3" name="フリーフォーム: 図形 22">
            <a:extLst>
              <a:ext uri="{FF2B5EF4-FFF2-40B4-BE49-F238E27FC236}">
                <a16:creationId xmlns:a16="http://schemas.microsoft.com/office/drawing/2014/main" id="{1F6FBCE2-38CA-446A-8137-59F7081B5E17}"/>
              </a:ext>
            </a:extLst>
          </p:cNvPr>
          <p:cNvSpPr/>
          <p:nvPr/>
        </p:nvSpPr>
        <p:spPr>
          <a:xfrm>
            <a:off x="7571379" y="1666721"/>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4" name="フリーフォーム: 図形 23">
            <a:extLst>
              <a:ext uri="{FF2B5EF4-FFF2-40B4-BE49-F238E27FC236}">
                <a16:creationId xmlns:a16="http://schemas.microsoft.com/office/drawing/2014/main" id="{7A642C4A-7019-495A-8547-FB5926DC0D1C}"/>
              </a:ext>
            </a:extLst>
          </p:cNvPr>
          <p:cNvSpPr/>
          <p:nvPr/>
        </p:nvSpPr>
        <p:spPr>
          <a:xfrm>
            <a:off x="7571379" y="187526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B050"/>
          </a:solidFill>
          <a:ln w="12998" cap="flat">
            <a:noFill/>
            <a:prstDash val="solid"/>
            <a:miter/>
          </a:ln>
        </p:spPr>
        <p:txBody>
          <a:bodyPr rtlCol="0" anchor="ctr"/>
          <a:lstStyle/>
          <a:p>
            <a:endParaRPr lang="ja-JP" altLang="en-US">
              <a:solidFill>
                <a:srgbClr val="0000FF"/>
              </a:solidFill>
            </a:endParaRPr>
          </a:p>
        </p:txBody>
      </p:sp>
      <p:sp>
        <p:nvSpPr>
          <p:cNvPr id="25" name="フリーフォーム: 図形 24">
            <a:extLst>
              <a:ext uri="{FF2B5EF4-FFF2-40B4-BE49-F238E27FC236}">
                <a16:creationId xmlns:a16="http://schemas.microsoft.com/office/drawing/2014/main" id="{110F3D52-3C09-4140-8164-A0971A1CEAD5}"/>
              </a:ext>
            </a:extLst>
          </p:cNvPr>
          <p:cNvSpPr/>
          <p:nvPr/>
        </p:nvSpPr>
        <p:spPr>
          <a:xfrm>
            <a:off x="7571379" y="197954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6" name="フリーフォーム: 図形 25">
            <a:extLst>
              <a:ext uri="{FF2B5EF4-FFF2-40B4-BE49-F238E27FC236}">
                <a16:creationId xmlns:a16="http://schemas.microsoft.com/office/drawing/2014/main" id="{5146FF01-5481-44FF-A515-D4987F8CEBED}"/>
              </a:ext>
            </a:extLst>
          </p:cNvPr>
          <p:cNvSpPr/>
          <p:nvPr/>
        </p:nvSpPr>
        <p:spPr>
          <a:xfrm>
            <a:off x="7571379" y="208381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7" name="フリーフォーム: 図形 26">
            <a:extLst>
              <a:ext uri="{FF2B5EF4-FFF2-40B4-BE49-F238E27FC236}">
                <a16:creationId xmlns:a16="http://schemas.microsoft.com/office/drawing/2014/main" id="{D7665030-2B2B-4441-A1E7-E68354FE04C0}"/>
              </a:ext>
            </a:extLst>
          </p:cNvPr>
          <p:cNvSpPr/>
          <p:nvPr/>
        </p:nvSpPr>
        <p:spPr>
          <a:xfrm>
            <a:off x="4239012" y="129149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28" name="フリーフォーム: 図形 27">
            <a:extLst>
              <a:ext uri="{FF2B5EF4-FFF2-40B4-BE49-F238E27FC236}">
                <a16:creationId xmlns:a16="http://schemas.microsoft.com/office/drawing/2014/main" id="{1A314EFB-02D9-484B-89B3-8B0769098436}"/>
              </a:ext>
            </a:extLst>
          </p:cNvPr>
          <p:cNvSpPr/>
          <p:nvPr/>
        </p:nvSpPr>
        <p:spPr>
          <a:xfrm>
            <a:off x="4395423" y="173443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9" name="フリーフォーム: 図形 28">
            <a:extLst>
              <a:ext uri="{FF2B5EF4-FFF2-40B4-BE49-F238E27FC236}">
                <a16:creationId xmlns:a16="http://schemas.microsoft.com/office/drawing/2014/main" id="{5648E620-A43D-46EA-B6AD-658221ACF953}"/>
              </a:ext>
            </a:extLst>
          </p:cNvPr>
          <p:cNvSpPr/>
          <p:nvPr/>
        </p:nvSpPr>
        <p:spPr>
          <a:xfrm>
            <a:off x="4395423" y="163016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0" name="フリーフォーム: 図形 29">
            <a:extLst>
              <a:ext uri="{FF2B5EF4-FFF2-40B4-BE49-F238E27FC236}">
                <a16:creationId xmlns:a16="http://schemas.microsoft.com/office/drawing/2014/main" id="{5697FCC4-7DEB-448A-9635-0CE6A661D612}"/>
              </a:ext>
            </a:extLst>
          </p:cNvPr>
          <p:cNvSpPr/>
          <p:nvPr/>
        </p:nvSpPr>
        <p:spPr>
          <a:xfrm>
            <a:off x="4395423" y="183870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chemeClr val="tx1"/>
          </a:solidFill>
          <a:ln w="12998" cap="flat">
            <a:noFill/>
            <a:prstDash val="solid"/>
            <a:miter/>
          </a:ln>
        </p:spPr>
        <p:txBody>
          <a:bodyPr rtlCol="0" anchor="ctr"/>
          <a:lstStyle/>
          <a:p>
            <a:endParaRPr lang="ja-JP" altLang="en-US">
              <a:solidFill>
                <a:srgbClr val="FF0000"/>
              </a:solidFill>
            </a:endParaRPr>
          </a:p>
        </p:txBody>
      </p:sp>
      <p:sp>
        <p:nvSpPr>
          <p:cNvPr id="31" name="フリーフォーム: 図形 30">
            <a:extLst>
              <a:ext uri="{FF2B5EF4-FFF2-40B4-BE49-F238E27FC236}">
                <a16:creationId xmlns:a16="http://schemas.microsoft.com/office/drawing/2014/main" id="{270F8E84-C5CA-4313-8AEA-8F10F0652699}"/>
              </a:ext>
            </a:extLst>
          </p:cNvPr>
          <p:cNvSpPr/>
          <p:nvPr/>
        </p:nvSpPr>
        <p:spPr>
          <a:xfrm>
            <a:off x="4395423" y="194298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2" name="フリーフォーム: 図形 31">
            <a:extLst>
              <a:ext uri="{FF2B5EF4-FFF2-40B4-BE49-F238E27FC236}">
                <a16:creationId xmlns:a16="http://schemas.microsoft.com/office/drawing/2014/main" id="{4D67B2AF-DAFC-4657-A779-E87D0A6CE67F}"/>
              </a:ext>
            </a:extLst>
          </p:cNvPr>
          <p:cNvSpPr/>
          <p:nvPr/>
        </p:nvSpPr>
        <p:spPr>
          <a:xfrm>
            <a:off x="4395423" y="204725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3" name="フリーフォーム: 図形 32">
            <a:extLst>
              <a:ext uri="{FF2B5EF4-FFF2-40B4-BE49-F238E27FC236}">
                <a16:creationId xmlns:a16="http://schemas.microsoft.com/office/drawing/2014/main" id="{DEFF9874-C2BC-4403-A0CC-36AC752E1614}"/>
              </a:ext>
            </a:extLst>
          </p:cNvPr>
          <p:cNvSpPr/>
          <p:nvPr/>
        </p:nvSpPr>
        <p:spPr>
          <a:xfrm>
            <a:off x="4395423" y="214557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pic>
        <p:nvPicPr>
          <p:cNvPr id="35" name="グラフィックス 34" descr="矢印: 直線 単色塗りつぶし">
            <a:extLst>
              <a:ext uri="{FF2B5EF4-FFF2-40B4-BE49-F238E27FC236}">
                <a16:creationId xmlns:a16="http://schemas.microsoft.com/office/drawing/2014/main" id="{329256CD-B888-4262-B87B-7220F2BBFC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5677930" y="2803022"/>
            <a:ext cx="1106424" cy="1106424"/>
          </a:xfrm>
          <a:prstGeom prst="rect">
            <a:avLst/>
          </a:prstGeom>
        </p:spPr>
      </p:pic>
      <p:sp>
        <p:nvSpPr>
          <p:cNvPr id="36" name="フリーフォーム: 図形 35">
            <a:extLst>
              <a:ext uri="{FF2B5EF4-FFF2-40B4-BE49-F238E27FC236}">
                <a16:creationId xmlns:a16="http://schemas.microsoft.com/office/drawing/2014/main" id="{7EA42EB3-2FD2-4B31-AD89-DBD6711501A1}"/>
              </a:ext>
            </a:extLst>
          </p:cNvPr>
          <p:cNvSpPr/>
          <p:nvPr/>
        </p:nvSpPr>
        <p:spPr>
          <a:xfrm>
            <a:off x="5825733"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45" name="フリーフォーム: 図形 44">
            <a:extLst>
              <a:ext uri="{FF2B5EF4-FFF2-40B4-BE49-F238E27FC236}">
                <a16:creationId xmlns:a16="http://schemas.microsoft.com/office/drawing/2014/main" id="{045FBF8C-E2EB-4CAC-8606-3DDD6AD2F830}"/>
              </a:ext>
            </a:extLst>
          </p:cNvPr>
          <p:cNvSpPr/>
          <p:nvPr/>
        </p:nvSpPr>
        <p:spPr>
          <a:xfrm>
            <a:off x="5982144"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6" name="フリーフォーム: 図形 45">
            <a:extLst>
              <a:ext uri="{FF2B5EF4-FFF2-40B4-BE49-F238E27FC236}">
                <a16:creationId xmlns:a16="http://schemas.microsoft.com/office/drawing/2014/main" id="{D8E58F70-F3C3-4DA9-B370-7AE6538317B2}"/>
              </a:ext>
            </a:extLst>
          </p:cNvPr>
          <p:cNvSpPr/>
          <p:nvPr/>
        </p:nvSpPr>
        <p:spPr>
          <a:xfrm>
            <a:off x="5982144"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7" name="フリーフォーム: 図形 46">
            <a:extLst>
              <a:ext uri="{FF2B5EF4-FFF2-40B4-BE49-F238E27FC236}">
                <a16:creationId xmlns:a16="http://schemas.microsoft.com/office/drawing/2014/main" id="{639F4D5E-2A3F-4FE8-B05D-2A3B3EF36A31}"/>
              </a:ext>
            </a:extLst>
          </p:cNvPr>
          <p:cNvSpPr/>
          <p:nvPr/>
        </p:nvSpPr>
        <p:spPr>
          <a:xfrm>
            <a:off x="5982144"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8" name="フリーフォーム: 図形 47">
            <a:extLst>
              <a:ext uri="{FF2B5EF4-FFF2-40B4-BE49-F238E27FC236}">
                <a16:creationId xmlns:a16="http://schemas.microsoft.com/office/drawing/2014/main" id="{D702B004-3BD4-4C3C-970C-D5294427298B}"/>
              </a:ext>
            </a:extLst>
          </p:cNvPr>
          <p:cNvSpPr/>
          <p:nvPr/>
        </p:nvSpPr>
        <p:spPr>
          <a:xfrm>
            <a:off x="5982144"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9" name="フリーフォーム: 図形 48">
            <a:extLst>
              <a:ext uri="{FF2B5EF4-FFF2-40B4-BE49-F238E27FC236}">
                <a16:creationId xmlns:a16="http://schemas.microsoft.com/office/drawing/2014/main" id="{6809DA79-36C6-46C4-A6A1-AD8D8487B4FB}"/>
              </a:ext>
            </a:extLst>
          </p:cNvPr>
          <p:cNvSpPr/>
          <p:nvPr/>
        </p:nvSpPr>
        <p:spPr>
          <a:xfrm>
            <a:off x="7414968"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50" name="フリーフォーム: 図形 49">
            <a:extLst>
              <a:ext uri="{FF2B5EF4-FFF2-40B4-BE49-F238E27FC236}">
                <a16:creationId xmlns:a16="http://schemas.microsoft.com/office/drawing/2014/main" id="{FC499E53-ADEA-4C05-8BA6-942CC8A35991}"/>
              </a:ext>
            </a:extLst>
          </p:cNvPr>
          <p:cNvSpPr/>
          <p:nvPr/>
        </p:nvSpPr>
        <p:spPr>
          <a:xfrm>
            <a:off x="7571379"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1" name="フリーフォーム: 図形 50">
            <a:extLst>
              <a:ext uri="{FF2B5EF4-FFF2-40B4-BE49-F238E27FC236}">
                <a16:creationId xmlns:a16="http://schemas.microsoft.com/office/drawing/2014/main" id="{0C67B4DE-5C2C-4CBD-AAF4-894C3052C641}"/>
              </a:ext>
            </a:extLst>
          </p:cNvPr>
          <p:cNvSpPr/>
          <p:nvPr/>
        </p:nvSpPr>
        <p:spPr>
          <a:xfrm>
            <a:off x="7571379"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2" name="フリーフォーム: 図形 51">
            <a:extLst>
              <a:ext uri="{FF2B5EF4-FFF2-40B4-BE49-F238E27FC236}">
                <a16:creationId xmlns:a16="http://schemas.microsoft.com/office/drawing/2014/main" id="{99C6A9B7-94FC-4DD8-8CB3-77D551D0B44C}"/>
              </a:ext>
            </a:extLst>
          </p:cNvPr>
          <p:cNvSpPr/>
          <p:nvPr/>
        </p:nvSpPr>
        <p:spPr>
          <a:xfrm>
            <a:off x="7571379" y="495000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B050"/>
          </a:solidFill>
          <a:ln w="12998" cap="flat">
            <a:noFill/>
            <a:prstDash val="solid"/>
            <a:miter/>
          </a:ln>
        </p:spPr>
        <p:txBody>
          <a:bodyPr rtlCol="0" anchor="ctr"/>
          <a:lstStyle/>
          <a:p>
            <a:endParaRPr lang="ja-JP" altLang="en-US">
              <a:solidFill>
                <a:srgbClr val="0000FF"/>
              </a:solidFill>
            </a:endParaRPr>
          </a:p>
        </p:txBody>
      </p:sp>
      <p:sp>
        <p:nvSpPr>
          <p:cNvPr id="53" name="フリーフォーム: 図形 52">
            <a:extLst>
              <a:ext uri="{FF2B5EF4-FFF2-40B4-BE49-F238E27FC236}">
                <a16:creationId xmlns:a16="http://schemas.microsoft.com/office/drawing/2014/main" id="{BBEFBDC2-1F70-498A-B124-A16354167613}"/>
              </a:ext>
            </a:extLst>
          </p:cNvPr>
          <p:cNvSpPr/>
          <p:nvPr/>
        </p:nvSpPr>
        <p:spPr>
          <a:xfrm>
            <a:off x="7571379"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4" name="フリーフォーム: 図形 53">
            <a:extLst>
              <a:ext uri="{FF2B5EF4-FFF2-40B4-BE49-F238E27FC236}">
                <a16:creationId xmlns:a16="http://schemas.microsoft.com/office/drawing/2014/main" id="{4BD70E7F-B10F-454B-BA6E-550455B60D45}"/>
              </a:ext>
            </a:extLst>
          </p:cNvPr>
          <p:cNvSpPr/>
          <p:nvPr/>
        </p:nvSpPr>
        <p:spPr>
          <a:xfrm>
            <a:off x="7571379"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5" name="フリーフォーム: 図形 54">
            <a:extLst>
              <a:ext uri="{FF2B5EF4-FFF2-40B4-BE49-F238E27FC236}">
                <a16:creationId xmlns:a16="http://schemas.microsoft.com/office/drawing/2014/main" id="{CB1E9E3E-2290-47ED-941B-8B65DB5950B8}"/>
              </a:ext>
            </a:extLst>
          </p:cNvPr>
          <p:cNvSpPr/>
          <p:nvPr/>
        </p:nvSpPr>
        <p:spPr>
          <a:xfrm>
            <a:off x="4239012"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56" name="フリーフォーム: 図形 55">
            <a:extLst>
              <a:ext uri="{FF2B5EF4-FFF2-40B4-BE49-F238E27FC236}">
                <a16:creationId xmlns:a16="http://schemas.microsoft.com/office/drawing/2014/main" id="{9068AEDC-2536-496C-B4FA-3ED31EC1592C}"/>
              </a:ext>
            </a:extLst>
          </p:cNvPr>
          <p:cNvSpPr/>
          <p:nvPr/>
        </p:nvSpPr>
        <p:spPr>
          <a:xfrm>
            <a:off x="4395423" y="480640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7" name="フリーフォーム: 図形 56">
            <a:extLst>
              <a:ext uri="{FF2B5EF4-FFF2-40B4-BE49-F238E27FC236}">
                <a16:creationId xmlns:a16="http://schemas.microsoft.com/office/drawing/2014/main" id="{B0FDE929-43FC-4E60-AA52-960A51941FC0}"/>
              </a:ext>
            </a:extLst>
          </p:cNvPr>
          <p:cNvSpPr/>
          <p:nvPr/>
        </p:nvSpPr>
        <p:spPr>
          <a:xfrm>
            <a:off x="4395423" y="470213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8" name="フリーフォーム: 図形 57">
            <a:extLst>
              <a:ext uri="{FF2B5EF4-FFF2-40B4-BE49-F238E27FC236}">
                <a16:creationId xmlns:a16="http://schemas.microsoft.com/office/drawing/2014/main" id="{19570F06-C850-42FE-B03D-0B1F6622A106}"/>
              </a:ext>
            </a:extLst>
          </p:cNvPr>
          <p:cNvSpPr/>
          <p:nvPr/>
        </p:nvSpPr>
        <p:spPr>
          <a:xfrm>
            <a:off x="4395423" y="491067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chemeClr val="tx1"/>
          </a:solidFill>
          <a:ln w="12998" cap="flat">
            <a:noFill/>
            <a:prstDash val="solid"/>
            <a:miter/>
          </a:ln>
        </p:spPr>
        <p:txBody>
          <a:bodyPr rtlCol="0" anchor="ctr"/>
          <a:lstStyle/>
          <a:p>
            <a:endParaRPr lang="ja-JP" altLang="en-US">
              <a:solidFill>
                <a:srgbClr val="FF0000"/>
              </a:solidFill>
            </a:endParaRPr>
          </a:p>
        </p:txBody>
      </p:sp>
      <p:sp>
        <p:nvSpPr>
          <p:cNvPr id="59" name="フリーフォーム: 図形 58">
            <a:extLst>
              <a:ext uri="{FF2B5EF4-FFF2-40B4-BE49-F238E27FC236}">
                <a16:creationId xmlns:a16="http://schemas.microsoft.com/office/drawing/2014/main" id="{98DEEF28-A889-48AF-9A48-59B61B0CE189}"/>
              </a:ext>
            </a:extLst>
          </p:cNvPr>
          <p:cNvSpPr/>
          <p:nvPr/>
        </p:nvSpPr>
        <p:spPr>
          <a:xfrm>
            <a:off x="4395423" y="501495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60" name="フリーフォーム: 図形 59">
            <a:extLst>
              <a:ext uri="{FF2B5EF4-FFF2-40B4-BE49-F238E27FC236}">
                <a16:creationId xmlns:a16="http://schemas.microsoft.com/office/drawing/2014/main" id="{0264BAD1-A868-4085-88C4-FEC34253A419}"/>
              </a:ext>
            </a:extLst>
          </p:cNvPr>
          <p:cNvSpPr/>
          <p:nvPr/>
        </p:nvSpPr>
        <p:spPr>
          <a:xfrm>
            <a:off x="4395423" y="511922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61" name="テキスト ボックス 60">
            <a:extLst>
              <a:ext uri="{FF2B5EF4-FFF2-40B4-BE49-F238E27FC236}">
                <a16:creationId xmlns:a16="http://schemas.microsoft.com/office/drawing/2014/main" id="{13741E71-D815-49FE-83FF-9BD5367DC260}"/>
              </a:ext>
            </a:extLst>
          </p:cNvPr>
          <p:cNvSpPr txBox="1"/>
          <p:nvPr/>
        </p:nvSpPr>
        <p:spPr>
          <a:xfrm>
            <a:off x="4354372" y="5472052"/>
            <a:ext cx="577401" cy="430887"/>
          </a:xfrm>
          <a:prstGeom prst="rect">
            <a:avLst/>
          </a:prstGeom>
          <a:noFill/>
        </p:spPr>
        <p:txBody>
          <a:bodyPr wrap="none" rtlCol="0">
            <a:spAutoFit/>
          </a:bodyPr>
          <a:lstStyle/>
          <a:p>
            <a:pPr algn="ctr"/>
            <a:r>
              <a:rPr kumimoji="1" lang="en-US" altLang="ja-JP" sz="2200" dirty="0"/>
              <a:t>0.5</a:t>
            </a:r>
            <a:endParaRPr kumimoji="1" lang="ja-JP" altLang="en-US" sz="2200" dirty="0"/>
          </a:p>
        </p:txBody>
      </p:sp>
      <p:sp>
        <p:nvSpPr>
          <p:cNvPr id="62" name="フリーフォーム: 図形 61">
            <a:extLst>
              <a:ext uri="{FF2B5EF4-FFF2-40B4-BE49-F238E27FC236}">
                <a16:creationId xmlns:a16="http://schemas.microsoft.com/office/drawing/2014/main" id="{5F95594A-7BA6-4635-A1C9-FE156BE32722}"/>
              </a:ext>
            </a:extLst>
          </p:cNvPr>
          <p:cNvSpPr/>
          <p:nvPr/>
        </p:nvSpPr>
        <p:spPr>
          <a:xfrm>
            <a:off x="4395423" y="521754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63" name="テキスト ボックス 62">
            <a:extLst>
              <a:ext uri="{FF2B5EF4-FFF2-40B4-BE49-F238E27FC236}">
                <a16:creationId xmlns:a16="http://schemas.microsoft.com/office/drawing/2014/main" id="{496F5BA2-E96C-43C3-A938-17895AF8DFFF}"/>
              </a:ext>
            </a:extLst>
          </p:cNvPr>
          <p:cNvSpPr txBox="1"/>
          <p:nvPr/>
        </p:nvSpPr>
        <p:spPr>
          <a:xfrm>
            <a:off x="5862546" y="5472246"/>
            <a:ext cx="734496" cy="430887"/>
          </a:xfrm>
          <a:prstGeom prst="rect">
            <a:avLst/>
          </a:prstGeom>
          <a:noFill/>
        </p:spPr>
        <p:txBody>
          <a:bodyPr wrap="none" rtlCol="0">
            <a:spAutoFit/>
          </a:bodyPr>
          <a:lstStyle/>
          <a:p>
            <a:pPr algn="ctr"/>
            <a:r>
              <a:rPr kumimoji="1" lang="en-US" altLang="ja-JP" sz="2200" dirty="0"/>
              <a:t>0.75</a:t>
            </a:r>
            <a:endParaRPr kumimoji="1" lang="ja-JP" altLang="en-US" sz="2200" dirty="0"/>
          </a:p>
        </p:txBody>
      </p:sp>
      <p:sp>
        <p:nvSpPr>
          <p:cNvPr id="64" name="テキスト ボックス 63">
            <a:extLst>
              <a:ext uri="{FF2B5EF4-FFF2-40B4-BE49-F238E27FC236}">
                <a16:creationId xmlns:a16="http://schemas.microsoft.com/office/drawing/2014/main" id="{023C0ADA-72EB-4A58-BAD8-B3213EAEED99}"/>
              </a:ext>
            </a:extLst>
          </p:cNvPr>
          <p:cNvSpPr txBox="1"/>
          <p:nvPr/>
        </p:nvSpPr>
        <p:spPr>
          <a:xfrm>
            <a:off x="7451780" y="5472050"/>
            <a:ext cx="734496" cy="430887"/>
          </a:xfrm>
          <a:prstGeom prst="rect">
            <a:avLst/>
          </a:prstGeom>
          <a:noFill/>
        </p:spPr>
        <p:txBody>
          <a:bodyPr wrap="none" rtlCol="0">
            <a:spAutoFit/>
          </a:bodyPr>
          <a:lstStyle/>
          <a:p>
            <a:pPr algn="ctr"/>
            <a:r>
              <a:rPr kumimoji="1" lang="en-US" altLang="ja-JP" sz="2200" dirty="0"/>
              <a:t>0.25</a:t>
            </a:r>
            <a:endParaRPr kumimoji="1" lang="ja-JP" altLang="en-US" sz="2200" dirty="0"/>
          </a:p>
        </p:txBody>
      </p:sp>
      <p:sp>
        <p:nvSpPr>
          <p:cNvPr id="65" name="テキスト ボックス 64">
            <a:extLst>
              <a:ext uri="{FF2B5EF4-FFF2-40B4-BE49-F238E27FC236}">
                <a16:creationId xmlns:a16="http://schemas.microsoft.com/office/drawing/2014/main" id="{C9F6E79B-48EB-4E19-A4C3-02D04D726186}"/>
              </a:ext>
            </a:extLst>
          </p:cNvPr>
          <p:cNvSpPr txBox="1"/>
          <p:nvPr/>
        </p:nvSpPr>
        <p:spPr>
          <a:xfrm>
            <a:off x="5574553" y="820731"/>
            <a:ext cx="1313180" cy="430887"/>
          </a:xfrm>
          <a:prstGeom prst="rect">
            <a:avLst/>
          </a:prstGeom>
          <a:noFill/>
        </p:spPr>
        <p:txBody>
          <a:bodyPr wrap="none" rtlCol="0">
            <a:spAutoFit/>
          </a:bodyPr>
          <a:lstStyle/>
          <a:p>
            <a:pPr algn="ctr"/>
            <a:r>
              <a:rPr kumimoji="1" lang="ja-JP" altLang="en-US" sz="2200" dirty="0"/>
              <a:t>生成個体</a:t>
            </a:r>
          </a:p>
        </p:txBody>
      </p:sp>
    </p:spTree>
    <p:extLst>
      <p:ext uri="{BB962C8B-B14F-4D97-AF65-F5344CB8AC3E}">
        <p14:creationId xmlns:p14="http://schemas.microsoft.com/office/powerpoint/2010/main" val="2267803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47C32-67F4-496C-97D5-D06E2376D23F}"/>
              </a:ext>
            </a:extLst>
          </p:cNvPr>
          <p:cNvSpPr>
            <a:spLocks noGrp="1"/>
          </p:cNvSpPr>
          <p:nvPr>
            <p:ph type="title"/>
          </p:nvPr>
        </p:nvSpPr>
        <p:spPr/>
        <p:txBody>
          <a:bodyPr>
            <a:normAutofit/>
          </a:bodyPr>
          <a:lstStyle/>
          <a:p>
            <a:r>
              <a:rPr lang="en-US" altLang="ja-JP" dirty="0" err="1"/>
              <a:t>GenProg</a:t>
            </a:r>
            <a:r>
              <a:rPr lang="ja-JP" altLang="en-US" dirty="0"/>
              <a:t>の流れ</a:t>
            </a:r>
          </a:p>
        </p:txBody>
      </p:sp>
      <p:sp>
        <p:nvSpPr>
          <p:cNvPr id="4" name="スライド番号プレースホルダー 3">
            <a:extLst>
              <a:ext uri="{FF2B5EF4-FFF2-40B4-BE49-F238E27FC236}">
                <a16:creationId xmlns:a16="http://schemas.microsoft.com/office/drawing/2014/main" id="{6096D7DE-F0F4-4757-AC71-4A61E477F90A}"/>
              </a:ext>
            </a:extLst>
          </p:cNvPr>
          <p:cNvSpPr>
            <a:spLocks noGrp="1"/>
          </p:cNvSpPr>
          <p:nvPr>
            <p:ph type="sldNum" sz="quarter" idx="4"/>
          </p:nvPr>
        </p:nvSpPr>
        <p:spPr/>
        <p:txBody>
          <a:bodyPr/>
          <a:lstStyle/>
          <a:p>
            <a:fld id="{3D1E95EC-FA06-447C-B439-F51D604829FB}" type="slidenum">
              <a:rPr kumimoji="1" lang="ja-JP" altLang="en-US" smtClean="0"/>
              <a:pPr/>
              <a:t>9</a:t>
            </a:fld>
            <a:endParaRPr kumimoji="1" lang="ja-JP" altLang="en-US" dirty="0"/>
          </a:p>
        </p:txBody>
      </p:sp>
      <p:sp>
        <p:nvSpPr>
          <p:cNvPr id="34" name="矢印: 五方向 33">
            <a:extLst>
              <a:ext uri="{FF2B5EF4-FFF2-40B4-BE49-F238E27FC236}">
                <a16:creationId xmlns:a16="http://schemas.microsoft.com/office/drawing/2014/main" id="{D49A087B-0313-4EE8-BE1F-21EE1F117FC7}"/>
              </a:ext>
            </a:extLst>
          </p:cNvPr>
          <p:cNvSpPr/>
          <p:nvPr/>
        </p:nvSpPr>
        <p:spPr>
          <a:xfrm rot="5400000">
            <a:off x="67236" y="1138565"/>
            <a:ext cx="802539" cy="519104"/>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山形 37">
            <a:extLst>
              <a:ext uri="{FF2B5EF4-FFF2-40B4-BE49-F238E27FC236}">
                <a16:creationId xmlns:a16="http://schemas.microsoft.com/office/drawing/2014/main" id="{58249AF1-7C08-41DA-A2CF-9895DD1BA27A}"/>
              </a:ext>
            </a:extLst>
          </p:cNvPr>
          <p:cNvSpPr/>
          <p:nvPr/>
        </p:nvSpPr>
        <p:spPr>
          <a:xfrm rot="5400000">
            <a:off x="98357" y="1790775"/>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7EC459BB-F612-47E3-A247-B9840AEBE3D9}"/>
              </a:ext>
            </a:extLst>
          </p:cNvPr>
          <p:cNvSpPr/>
          <p:nvPr/>
        </p:nvSpPr>
        <p:spPr>
          <a:xfrm rot="5400000">
            <a:off x="89593" y="2432212"/>
            <a:ext cx="740298" cy="519105"/>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1CFBB109-BCF8-435C-9B9B-8C4D358EA14A}"/>
              </a:ext>
            </a:extLst>
          </p:cNvPr>
          <p:cNvSpPr/>
          <p:nvPr/>
        </p:nvSpPr>
        <p:spPr>
          <a:xfrm rot="5400000">
            <a:off x="98357" y="3073650"/>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テキスト ボックス 40">
            <a:extLst>
              <a:ext uri="{FF2B5EF4-FFF2-40B4-BE49-F238E27FC236}">
                <a16:creationId xmlns:a16="http://schemas.microsoft.com/office/drawing/2014/main" id="{A1BCBD67-42B4-4A80-A340-F8BD605A2758}"/>
              </a:ext>
            </a:extLst>
          </p:cNvPr>
          <p:cNvSpPr txBox="1"/>
          <p:nvPr/>
        </p:nvSpPr>
        <p:spPr>
          <a:xfrm>
            <a:off x="899592" y="1109657"/>
            <a:ext cx="2085167"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バグ推定</a:t>
            </a:r>
          </a:p>
        </p:txBody>
      </p:sp>
      <p:sp>
        <p:nvSpPr>
          <p:cNvPr id="42" name="テキスト ボックス 41">
            <a:extLst>
              <a:ext uri="{FF2B5EF4-FFF2-40B4-BE49-F238E27FC236}">
                <a16:creationId xmlns:a16="http://schemas.microsoft.com/office/drawing/2014/main" id="{57A94AB6-F536-42C0-8AF8-A36C11CCA8AA}"/>
              </a:ext>
            </a:extLst>
          </p:cNvPr>
          <p:cNvSpPr txBox="1"/>
          <p:nvPr/>
        </p:nvSpPr>
        <p:spPr>
          <a:xfrm>
            <a:off x="917576" y="2321615"/>
            <a:ext cx="1727301"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評価</a:t>
            </a:r>
          </a:p>
        </p:txBody>
      </p:sp>
      <p:sp>
        <p:nvSpPr>
          <p:cNvPr id="43" name="テキスト ボックス 42">
            <a:extLst>
              <a:ext uri="{FF2B5EF4-FFF2-40B4-BE49-F238E27FC236}">
                <a16:creationId xmlns:a16="http://schemas.microsoft.com/office/drawing/2014/main" id="{95078474-DC1A-4BA2-A223-17F1D80E6839}"/>
              </a:ext>
            </a:extLst>
          </p:cNvPr>
          <p:cNvSpPr txBox="1"/>
          <p:nvPr/>
        </p:nvSpPr>
        <p:spPr>
          <a:xfrm>
            <a:off x="904799" y="1680178"/>
            <a:ext cx="1740078"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個体生成</a:t>
            </a:r>
          </a:p>
        </p:txBody>
      </p:sp>
      <p:sp>
        <p:nvSpPr>
          <p:cNvPr id="44" name="テキスト ボックス 43">
            <a:extLst>
              <a:ext uri="{FF2B5EF4-FFF2-40B4-BE49-F238E27FC236}">
                <a16:creationId xmlns:a16="http://schemas.microsoft.com/office/drawing/2014/main" id="{58AC6446-7E10-410B-A792-AF7AEF477480}"/>
              </a:ext>
            </a:extLst>
          </p:cNvPr>
          <p:cNvSpPr txBox="1"/>
          <p:nvPr/>
        </p:nvSpPr>
        <p:spPr>
          <a:xfrm>
            <a:off x="904798" y="2967335"/>
            <a:ext cx="1740079"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選択</a:t>
            </a:r>
          </a:p>
        </p:txBody>
      </p:sp>
      <p:sp>
        <p:nvSpPr>
          <p:cNvPr id="14" name="テキスト ボックス 13">
            <a:extLst>
              <a:ext uri="{FF2B5EF4-FFF2-40B4-BE49-F238E27FC236}">
                <a16:creationId xmlns:a16="http://schemas.microsoft.com/office/drawing/2014/main" id="{556CEA01-ECD5-4424-822A-5459D32CE35B}"/>
              </a:ext>
            </a:extLst>
          </p:cNvPr>
          <p:cNvSpPr txBox="1"/>
          <p:nvPr/>
        </p:nvSpPr>
        <p:spPr>
          <a:xfrm>
            <a:off x="380015" y="4606154"/>
            <a:ext cx="3258745" cy="830997"/>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個体の評価値を基に</a:t>
            </a:r>
            <a:b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b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上位個体を選択</a:t>
            </a:r>
          </a:p>
        </p:txBody>
      </p:sp>
      <p:sp>
        <p:nvSpPr>
          <p:cNvPr id="16" name="フリーフォーム: 図形 15">
            <a:extLst>
              <a:ext uri="{FF2B5EF4-FFF2-40B4-BE49-F238E27FC236}">
                <a16:creationId xmlns:a16="http://schemas.microsoft.com/office/drawing/2014/main" id="{07F683D7-A0DB-4AE4-BD41-3F18E75A41CD}"/>
              </a:ext>
            </a:extLst>
          </p:cNvPr>
          <p:cNvSpPr/>
          <p:nvPr/>
        </p:nvSpPr>
        <p:spPr>
          <a:xfrm>
            <a:off x="5826762" y="1288728"/>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17" name="フリーフォーム: 図形 16">
            <a:extLst>
              <a:ext uri="{FF2B5EF4-FFF2-40B4-BE49-F238E27FC236}">
                <a16:creationId xmlns:a16="http://schemas.microsoft.com/office/drawing/2014/main" id="{8F005EE3-B595-4E6D-9948-190B74DBAE9D}"/>
              </a:ext>
            </a:extLst>
          </p:cNvPr>
          <p:cNvSpPr/>
          <p:nvPr/>
        </p:nvSpPr>
        <p:spPr>
          <a:xfrm>
            <a:off x="5983173" y="177099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8" name="フリーフォーム: 図形 17">
            <a:extLst>
              <a:ext uri="{FF2B5EF4-FFF2-40B4-BE49-F238E27FC236}">
                <a16:creationId xmlns:a16="http://schemas.microsoft.com/office/drawing/2014/main" id="{8A528329-09EF-4D93-86B0-92646A0EB376}"/>
              </a:ext>
            </a:extLst>
          </p:cNvPr>
          <p:cNvSpPr/>
          <p:nvPr/>
        </p:nvSpPr>
        <p:spPr>
          <a:xfrm>
            <a:off x="5983173" y="1666721"/>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19" name="フリーフォーム: 図形 18">
            <a:extLst>
              <a:ext uri="{FF2B5EF4-FFF2-40B4-BE49-F238E27FC236}">
                <a16:creationId xmlns:a16="http://schemas.microsoft.com/office/drawing/2014/main" id="{23CFC332-EF9C-4B49-9AD6-BEF10A58FEDE}"/>
              </a:ext>
            </a:extLst>
          </p:cNvPr>
          <p:cNvSpPr/>
          <p:nvPr/>
        </p:nvSpPr>
        <p:spPr>
          <a:xfrm>
            <a:off x="5983173" y="197954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0" name="フリーフォーム: 図形 19">
            <a:extLst>
              <a:ext uri="{FF2B5EF4-FFF2-40B4-BE49-F238E27FC236}">
                <a16:creationId xmlns:a16="http://schemas.microsoft.com/office/drawing/2014/main" id="{97EA0362-E91D-427E-A3ED-6B6A25D7DCAE}"/>
              </a:ext>
            </a:extLst>
          </p:cNvPr>
          <p:cNvSpPr/>
          <p:nvPr/>
        </p:nvSpPr>
        <p:spPr>
          <a:xfrm>
            <a:off x="5983173" y="208381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8" name="フリーフォーム: 図形 27">
            <a:extLst>
              <a:ext uri="{FF2B5EF4-FFF2-40B4-BE49-F238E27FC236}">
                <a16:creationId xmlns:a16="http://schemas.microsoft.com/office/drawing/2014/main" id="{1B3AF93D-C49F-4067-A20B-47E499079534}"/>
              </a:ext>
            </a:extLst>
          </p:cNvPr>
          <p:cNvSpPr/>
          <p:nvPr/>
        </p:nvSpPr>
        <p:spPr>
          <a:xfrm>
            <a:off x="4239012" y="129149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29" name="フリーフォーム: 図形 28">
            <a:extLst>
              <a:ext uri="{FF2B5EF4-FFF2-40B4-BE49-F238E27FC236}">
                <a16:creationId xmlns:a16="http://schemas.microsoft.com/office/drawing/2014/main" id="{8D754DFF-FCBA-43E9-B744-A1675D15494B}"/>
              </a:ext>
            </a:extLst>
          </p:cNvPr>
          <p:cNvSpPr/>
          <p:nvPr/>
        </p:nvSpPr>
        <p:spPr>
          <a:xfrm>
            <a:off x="4395423" y="173443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0" name="フリーフォーム: 図形 29">
            <a:extLst>
              <a:ext uri="{FF2B5EF4-FFF2-40B4-BE49-F238E27FC236}">
                <a16:creationId xmlns:a16="http://schemas.microsoft.com/office/drawing/2014/main" id="{9160DB85-4CE5-49CE-9C0A-554EBB5ABA7A}"/>
              </a:ext>
            </a:extLst>
          </p:cNvPr>
          <p:cNvSpPr/>
          <p:nvPr/>
        </p:nvSpPr>
        <p:spPr>
          <a:xfrm>
            <a:off x="4395423" y="163016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1" name="フリーフォーム: 図形 30">
            <a:extLst>
              <a:ext uri="{FF2B5EF4-FFF2-40B4-BE49-F238E27FC236}">
                <a16:creationId xmlns:a16="http://schemas.microsoft.com/office/drawing/2014/main" id="{386BE6EC-DBE4-4EA6-86D6-84E0859BB564}"/>
              </a:ext>
            </a:extLst>
          </p:cNvPr>
          <p:cNvSpPr/>
          <p:nvPr/>
        </p:nvSpPr>
        <p:spPr>
          <a:xfrm>
            <a:off x="4395423" y="183870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chemeClr val="tx1"/>
          </a:solidFill>
          <a:ln w="12998" cap="flat">
            <a:noFill/>
            <a:prstDash val="solid"/>
            <a:miter/>
          </a:ln>
        </p:spPr>
        <p:txBody>
          <a:bodyPr rtlCol="0" anchor="ctr"/>
          <a:lstStyle/>
          <a:p>
            <a:endParaRPr lang="ja-JP" altLang="en-US">
              <a:solidFill>
                <a:srgbClr val="FF0000"/>
              </a:solidFill>
            </a:endParaRPr>
          </a:p>
        </p:txBody>
      </p:sp>
      <p:sp>
        <p:nvSpPr>
          <p:cNvPr id="32" name="フリーフォーム: 図形 31">
            <a:extLst>
              <a:ext uri="{FF2B5EF4-FFF2-40B4-BE49-F238E27FC236}">
                <a16:creationId xmlns:a16="http://schemas.microsoft.com/office/drawing/2014/main" id="{A7063ABD-3389-4F54-9BD0-80269EDF19BA}"/>
              </a:ext>
            </a:extLst>
          </p:cNvPr>
          <p:cNvSpPr/>
          <p:nvPr/>
        </p:nvSpPr>
        <p:spPr>
          <a:xfrm>
            <a:off x="4395423" y="194298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3" name="フリーフォーム: 図形 32">
            <a:extLst>
              <a:ext uri="{FF2B5EF4-FFF2-40B4-BE49-F238E27FC236}">
                <a16:creationId xmlns:a16="http://schemas.microsoft.com/office/drawing/2014/main" id="{E1A0C4B8-D4F1-4AD7-A0EE-66FDEF6E565F}"/>
              </a:ext>
            </a:extLst>
          </p:cNvPr>
          <p:cNvSpPr/>
          <p:nvPr/>
        </p:nvSpPr>
        <p:spPr>
          <a:xfrm>
            <a:off x="4395423" y="204725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5" name="フリーフォーム: 図形 34">
            <a:extLst>
              <a:ext uri="{FF2B5EF4-FFF2-40B4-BE49-F238E27FC236}">
                <a16:creationId xmlns:a16="http://schemas.microsoft.com/office/drawing/2014/main" id="{E58B634D-F69F-4BF2-BE16-0CAAB92CF008}"/>
              </a:ext>
            </a:extLst>
          </p:cNvPr>
          <p:cNvSpPr/>
          <p:nvPr/>
        </p:nvSpPr>
        <p:spPr>
          <a:xfrm>
            <a:off x="4395423" y="214557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pic>
        <p:nvPicPr>
          <p:cNvPr id="36" name="グラフィックス 35" descr="矢印: 直線 単色塗りつぶし">
            <a:extLst>
              <a:ext uri="{FF2B5EF4-FFF2-40B4-BE49-F238E27FC236}">
                <a16:creationId xmlns:a16="http://schemas.microsoft.com/office/drawing/2014/main" id="{CBAECDFE-1C34-4150-87B8-36BD9014A7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5677930" y="2803022"/>
            <a:ext cx="1106424" cy="1106424"/>
          </a:xfrm>
          <a:prstGeom prst="rect">
            <a:avLst/>
          </a:prstGeom>
        </p:spPr>
      </p:pic>
      <p:sp>
        <p:nvSpPr>
          <p:cNvPr id="45" name="フリーフォーム: 図形 44">
            <a:extLst>
              <a:ext uri="{FF2B5EF4-FFF2-40B4-BE49-F238E27FC236}">
                <a16:creationId xmlns:a16="http://schemas.microsoft.com/office/drawing/2014/main" id="{39F8307C-66F8-4925-99B3-98DAE57FAD57}"/>
              </a:ext>
            </a:extLst>
          </p:cNvPr>
          <p:cNvSpPr/>
          <p:nvPr/>
        </p:nvSpPr>
        <p:spPr>
          <a:xfrm>
            <a:off x="5825733"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46" name="フリーフォーム: 図形 45">
            <a:extLst>
              <a:ext uri="{FF2B5EF4-FFF2-40B4-BE49-F238E27FC236}">
                <a16:creationId xmlns:a16="http://schemas.microsoft.com/office/drawing/2014/main" id="{007C7F5A-916A-4CDF-8A25-D94D5450603D}"/>
              </a:ext>
            </a:extLst>
          </p:cNvPr>
          <p:cNvSpPr/>
          <p:nvPr/>
        </p:nvSpPr>
        <p:spPr>
          <a:xfrm>
            <a:off x="5982144"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7" name="フリーフォーム: 図形 46">
            <a:extLst>
              <a:ext uri="{FF2B5EF4-FFF2-40B4-BE49-F238E27FC236}">
                <a16:creationId xmlns:a16="http://schemas.microsoft.com/office/drawing/2014/main" id="{69798AE3-FD7F-4406-A5A7-E10089387D53}"/>
              </a:ext>
            </a:extLst>
          </p:cNvPr>
          <p:cNvSpPr/>
          <p:nvPr/>
        </p:nvSpPr>
        <p:spPr>
          <a:xfrm>
            <a:off x="5982144"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8" name="フリーフォーム: 図形 47">
            <a:extLst>
              <a:ext uri="{FF2B5EF4-FFF2-40B4-BE49-F238E27FC236}">
                <a16:creationId xmlns:a16="http://schemas.microsoft.com/office/drawing/2014/main" id="{D70D18C8-6178-4C59-A662-1340D60E00E4}"/>
              </a:ext>
            </a:extLst>
          </p:cNvPr>
          <p:cNvSpPr/>
          <p:nvPr/>
        </p:nvSpPr>
        <p:spPr>
          <a:xfrm>
            <a:off x="5982144"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9" name="フリーフォーム: 図形 48">
            <a:extLst>
              <a:ext uri="{FF2B5EF4-FFF2-40B4-BE49-F238E27FC236}">
                <a16:creationId xmlns:a16="http://schemas.microsoft.com/office/drawing/2014/main" id="{71981291-349B-415D-B221-0B317C682349}"/>
              </a:ext>
            </a:extLst>
          </p:cNvPr>
          <p:cNvSpPr/>
          <p:nvPr/>
        </p:nvSpPr>
        <p:spPr>
          <a:xfrm>
            <a:off x="5982144"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6" name="フリーフォーム: 図形 55">
            <a:extLst>
              <a:ext uri="{FF2B5EF4-FFF2-40B4-BE49-F238E27FC236}">
                <a16:creationId xmlns:a16="http://schemas.microsoft.com/office/drawing/2014/main" id="{5D8A51F0-63BA-4478-89FA-C259CFFF15B7}"/>
              </a:ext>
            </a:extLst>
          </p:cNvPr>
          <p:cNvSpPr/>
          <p:nvPr/>
        </p:nvSpPr>
        <p:spPr>
          <a:xfrm>
            <a:off x="4239012"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57" name="フリーフォーム: 図形 56">
            <a:extLst>
              <a:ext uri="{FF2B5EF4-FFF2-40B4-BE49-F238E27FC236}">
                <a16:creationId xmlns:a16="http://schemas.microsoft.com/office/drawing/2014/main" id="{90A7CDC6-0FB7-4357-99A9-620E450D5248}"/>
              </a:ext>
            </a:extLst>
          </p:cNvPr>
          <p:cNvSpPr/>
          <p:nvPr/>
        </p:nvSpPr>
        <p:spPr>
          <a:xfrm>
            <a:off x="4395423" y="480640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8" name="フリーフォーム: 図形 57">
            <a:extLst>
              <a:ext uri="{FF2B5EF4-FFF2-40B4-BE49-F238E27FC236}">
                <a16:creationId xmlns:a16="http://schemas.microsoft.com/office/drawing/2014/main" id="{CF329778-181A-4E0B-A4FB-B2B0F4AD71EB}"/>
              </a:ext>
            </a:extLst>
          </p:cNvPr>
          <p:cNvSpPr/>
          <p:nvPr/>
        </p:nvSpPr>
        <p:spPr>
          <a:xfrm>
            <a:off x="4395423" y="470213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9" name="フリーフォーム: 図形 58">
            <a:extLst>
              <a:ext uri="{FF2B5EF4-FFF2-40B4-BE49-F238E27FC236}">
                <a16:creationId xmlns:a16="http://schemas.microsoft.com/office/drawing/2014/main" id="{7576B7D3-5C65-4787-A8B7-EE2DA1ABA8C9}"/>
              </a:ext>
            </a:extLst>
          </p:cNvPr>
          <p:cNvSpPr/>
          <p:nvPr/>
        </p:nvSpPr>
        <p:spPr>
          <a:xfrm>
            <a:off x="4395423" y="491067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chemeClr val="tx1"/>
          </a:solidFill>
          <a:ln w="12998" cap="flat">
            <a:noFill/>
            <a:prstDash val="solid"/>
            <a:miter/>
          </a:ln>
        </p:spPr>
        <p:txBody>
          <a:bodyPr rtlCol="0" anchor="ctr"/>
          <a:lstStyle/>
          <a:p>
            <a:endParaRPr lang="ja-JP" altLang="en-US">
              <a:solidFill>
                <a:srgbClr val="FF0000"/>
              </a:solidFill>
            </a:endParaRPr>
          </a:p>
        </p:txBody>
      </p:sp>
      <p:sp>
        <p:nvSpPr>
          <p:cNvPr id="60" name="フリーフォーム: 図形 59">
            <a:extLst>
              <a:ext uri="{FF2B5EF4-FFF2-40B4-BE49-F238E27FC236}">
                <a16:creationId xmlns:a16="http://schemas.microsoft.com/office/drawing/2014/main" id="{34BCD037-9108-4593-B134-EB0EBCD73402}"/>
              </a:ext>
            </a:extLst>
          </p:cNvPr>
          <p:cNvSpPr/>
          <p:nvPr/>
        </p:nvSpPr>
        <p:spPr>
          <a:xfrm>
            <a:off x="4395423" y="501495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61" name="フリーフォーム: 図形 60">
            <a:extLst>
              <a:ext uri="{FF2B5EF4-FFF2-40B4-BE49-F238E27FC236}">
                <a16:creationId xmlns:a16="http://schemas.microsoft.com/office/drawing/2014/main" id="{38C71C85-0485-4FEA-B8E2-97F878465A35}"/>
              </a:ext>
            </a:extLst>
          </p:cNvPr>
          <p:cNvSpPr/>
          <p:nvPr/>
        </p:nvSpPr>
        <p:spPr>
          <a:xfrm>
            <a:off x="4395423" y="511922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63" name="フリーフォーム: 図形 62">
            <a:extLst>
              <a:ext uri="{FF2B5EF4-FFF2-40B4-BE49-F238E27FC236}">
                <a16:creationId xmlns:a16="http://schemas.microsoft.com/office/drawing/2014/main" id="{3788A09A-CE6D-4A79-BCA4-A1A6660626E3}"/>
              </a:ext>
            </a:extLst>
          </p:cNvPr>
          <p:cNvSpPr/>
          <p:nvPr/>
        </p:nvSpPr>
        <p:spPr>
          <a:xfrm>
            <a:off x="4395423" y="521754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66" name="テキスト ボックス 65">
            <a:extLst>
              <a:ext uri="{FF2B5EF4-FFF2-40B4-BE49-F238E27FC236}">
                <a16:creationId xmlns:a16="http://schemas.microsoft.com/office/drawing/2014/main" id="{1431B375-8A80-46D8-873E-5F9B34BD551E}"/>
              </a:ext>
            </a:extLst>
          </p:cNvPr>
          <p:cNvSpPr txBox="1"/>
          <p:nvPr/>
        </p:nvSpPr>
        <p:spPr>
          <a:xfrm>
            <a:off x="4354372" y="2389806"/>
            <a:ext cx="577401" cy="430887"/>
          </a:xfrm>
          <a:prstGeom prst="rect">
            <a:avLst/>
          </a:prstGeom>
          <a:noFill/>
        </p:spPr>
        <p:txBody>
          <a:bodyPr wrap="none" rtlCol="0">
            <a:spAutoFit/>
          </a:bodyPr>
          <a:lstStyle/>
          <a:p>
            <a:pPr algn="ctr"/>
            <a:r>
              <a:rPr kumimoji="1" lang="en-US" altLang="ja-JP" sz="2200" dirty="0"/>
              <a:t>0.5</a:t>
            </a:r>
            <a:endParaRPr kumimoji="1" lang="ja-JP" altLang="en-US" sz="2200" dirty="0"/>
          </a:p>
        </p:txBody>
      </p:sp>
      <p:sp>
        <p:nvSpPr>
          <p:cNvPr id="67" name="テキスト ボックス 66">
            <a:extLst>
              <a:ext uri="{FF2B5EF4-FFF2-40B4-BE49-F238E27FC236}">
                <a16:creationId xmlns:a16="http://schemas.microsoft.com/office/drawing/2014/main" id="{79EFD58D-740F-4B03-AA7D-DE87FDD5EA4B}"/>
              </a:ext>
            </a:extLst>
          </p:cNvPr>
          <p:cNvSpPr txBox="1"/>
          <p:nvPr/>
        </p:nvSpPr>
        <p:spPr>
          <a:xfrm>
            <a:off x="5862546" y="2390000"/>
            <a:ext cx="734496" cy="430887"/>
          </a:xfrm>
          <a:prstGeom prst="rect">
            <a:avLst/>
          </a:prstGeom>
          <a:noFill/>
        </p:spPr>
        <p:txBody>
          <a:bodyPr wrap="none" rtlCol="0">
            <a:spAutoFit/>
          </a:bodyPr>
          <a:lstStyle/>
          <a:p>
            <a:pPr algn="ctr"/>
            <a:r>
              <a:rPr kumimoji="1" lang="en-US" altLang="ja-JP" sz="2200" dirty="0"/>
              <a:t>0.75</a:t>
            </a:r>
            <a:endParaRPr kumimoji="1" lang="ja-JP" altLang="en-US" sz="2200" dirty="0"/>
          </a:p>
        </p:txBody>
      </p:sp>
      <p:sp>
        <p:nvSpPr>
          <p:cNvPr id="68" name="テキスト ボックス 67">
            <a:extLst>
              <a:ext uri="{FF2B5EF4-FFF2-40B4-BE49-F238E27FC236}">
                <a16:creationId xmlns:a16="http://schemas.microsoft.com/office/drawing/2014/main" id="{8B1E7BE3-035A-424F-A83C-A384A5E65AE9}"/>
              </a:ext>
            </a:extLst>
          </p:cNvPr>
          <p:cNvSpPr txBox="1"/>
          <p:nvPr/>
        </p:nvSpPr>
        <p:spPr>
          <a:xfrm>
            <a:off x="7455114" y="2387037"/>
            <a:ext cx="734496" cy="430887"/>
          </a:xfrm>
          <a:prstGeom prst="rect">
            <a:avLst/>
          </a:prstGeom>
          <a:noFill/>
        </p:spPr>
        <p:txBody>
          <a:bodyPr wrap="none" rtlCol="0">
            <a:spAutoFit/>
          </a:bodyPr>
          <a:lstStyle/>
          <a:p>
            <a:pPr algn="ctr"/>
            <a:r>
              <a:rPr kumimoji="1" lang="en-US" altLang="ja-JP" sz="2200" dirty="0"/>
              <a:t>0.25</a:t>
            </a:r>
            <a:endParaRPr kumimoji="1" lang="ja-JP" altLang="en-US" sz="2200" dirty="0"/>
          </a:p>
        </p:txBody>
      </p:sp>
      <p:sp>
        <p:nvSpPr>
          <p:cNvPr id="69" name="フリーフォーム: 図形 68">
            <a:extLst>
              <a:ext uri="{FF2B5EF4-FFF2-40B4-BE49-F238E27FC236}">
                <a16:creationId xmlns:a16="http://schemas.microsoft.com/office/drawing/2014/main" id="{965CA1D3-6E19-4F60-869A-06F4AE0744AF}"/>
              </a:ext>
            </a:extLst>
          </p:cNvPr>
          <p:cNvSpPr/>
          <p:nvPr/>
        </p:nvSpPr>
        <p:spPr>
          <a:xfrm>
            <a:off x="7414968" y="1288728"/>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70" name="フリーフォーム: 図形 69">
            <a:extLst>
              <a:ext uri="{FF2B5EF4-FFF2-40B4-BE49-F238E27FC236}">
                <a16:creationId xmlns:a16="http://schemas.microsoft.com/office/drawing/2014/main" id="{DE427918-C333-4798-9D9A-8C78CBA7FD4D}"/>
              </a:ext>
            </a:extLst>
          </p:cNvPr>
          <p:cNvSpPr/>
          <p:nvPr/>
        </p:nvSpPr>
        <p:spPr>
          <a:xfrm>
            <a:off x="7571379" y="177099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71" name="フリーフォーム: 図形 70">
            <a:extLst>
              <a:ext uri="{FF2B5EF4-FFF2-40B4-BE49-F238E27FC236}">
                <a16:creationId xmlns:a16="http://schemas.microsoft.com/office/drawing/2014/main" id="{73E8937C-854A-4F59-AE99-44D8294C642E}"/>
              </a:ext>
            </a:extLst>
          </p:cNvPr>
          <p:cNvSpPr/>
          <p:nvPr/>
        </p:nvSpPr>
        <p:spPr>
          <a:xfrm>
            <a:off x="7571379" y="1666721"/>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72" name="フリーフォーム: 図形 71">
            <a:extLst>
              <a:ext uri="{FF2B5EF4-FFF2-40B4-BE49-F238E27FC236}">
                <a16:creationId xmlns:a16="http://schemas.microsoft.com/office/drawing/2014/main" id="{EF0B8E85-C7E1-498D-B659-6754D58F5545}"/>
              </a:ext>
            </a:extLst>
          </p:cNvPr>
          <p:cNvSpPr/>
          <p:nvPr/>
        </p:nvSpPr>
        <p:spPr>
          <a:xfrm>
            <a:off x="7571379" y="187526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B050"/>
          </a:solidFill>
          <a:ln w="12998" cap="flat">
            <a:noFill/>
            <a:prstDash val="solid"/>
            <a:miter/>
          </a:ln>
        </p:spPr>
        <p:txBody>
          <a:bodyPr rtlCol="0" anchor="ctr"/>
          <a:lstStyle/>
          <a:p>
            <a:endParaRPr lang="ja-JP" altLang="en-US">
              <a:solidFill>
                <a:srgbClr val="0000FF"/>
              </a:solidFill>
            </a:endParaRPr>
          </a:p>
        </p:txBody>
      </p:sp>
      <p:sp>
        <p:nvSpPr>
          <p:cNvPr id="73" name="フリーフォーム: 図形 72">
            <a:extLst>
              <a:ext uri="{FF2B5EF4-FFF2-40B4-BE49-F238E27FC236}">
                <a16:creationId xmlns:a16="http://schemas.microsoft.com/office/drawing/2014/main" id="{CD3EE220-516B-465C-8BEB-185012962E9C}"/>
              </a:ext>
            </a:extLst>
          </p:cNvPr>
          <p:cNvSpPr/>
          <p:nvPr/>
        </p:nvSpPr>
        <p:spPr>
          <a:xfrm>
            <a:off x="7571379" y="197954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74" name="フリーフォーム: 図形 73">
            <a:extLst>
              <a:ext uri="{FF2B5EF4-FFF2-40B4-BE49-F238E27FC236}">
                <a16:creationId xmlns:a16="http://schemas.microsoft.com/office/drawing/2014/main" id="{C26BD624-C424-446E-8299-BE281464DF30}"/>
              </a:ext>
            </a:extLst>
          </p:cNvPr>
          <p:cNvSpPr/>
          <p:nvPr/>
        </p:nvSpPr>
        <p:spPr>
          <a:xfrm>
            <a:off x="7571379" y="208381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Tree>
    <p:extLst>
      <p:ext uri="{BB962C8B-B14F-4D97-AF65-F5344CB8AC3E}">
        <p14:creationId xmlns:p14="http://schemas.microsoft.com/office/powerpoint/2010/main" val="1928366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47C32-67F4-496C-97D5-D06E2376D23F}"/>
              </a:ext>
            </a:extLst>
          </p:cNvPr>
          <p:cNvSpPr>
            <a:spLocks noGrp="1"/>
          </p:cNvSpPr>
          <p:nvPr>
            <p:ph type="title"/>
          </p:nvPr>
        </p:nvSpPr>
        <p:spPr/>
        <p:txBody>
          <a:bodyPr>
            <a:normAutofit/>
          </a:bodyPr>
          <a:lstStyle/>
          <a:p>
            <a:r>
              <a:rPr lang="en-US" altLang="ja-JP" dirty="0" err="1"/>
              <a:t>GenProg</a:t>
            </a:r>
            <a:r>
              <a:rPr lang="ja-JP" altLang="en-US" dirty="0"/>
              <a:t>の流れ</a:t>
            </a:r>
          </a:p>
        </p:txBody>
      </p:sp>
      <p:sp>
        <p:nvSpPr>
          <p:cNvPr id="4" name="スライド番号プレースホルダー 3">
            <a:extLst>
              <a:ext uri="{FF2B5EF4-FFF2-40B4-BE49-F238E27FC236}">
                <a16:creationId xmlns:a16="http://schemas.microsoft.com/office/drawing/2014/main" id="{6096D7DE-F0F4-4757-AC71-4A61E477F90A}"/>
              </a:ext>
            </a:extLst>
          </p:cNvPr>
          <p:cNvSpPr>
            <a:spLocks noGrp="1"/>
          </p:cNvSpPr>
          <p:nvPr>
            <p:ph type="sldNum" sz="quarter" idx="4"/>
          </p:nvPr>
        </p:nvSpPr>
        <p:spPr/>
        <p:txBody>
          <a:bodyPr/>
          <a:lstStyle/>
          <a:p>
            <a:fld id="{3D1E95EC-FA06-447C-B439-F51D604829FB}" type="slidenum">
              <a:rPr kumimoji="1" lang="ja-JP" altLang="en-US" smtClean="0"/>
              <a:pPr/>
              <a:t>10</a:t>
            </a:fld>
            <a:endParaRPr kumimoji="1" lang="ja-JP" altLang="en-US" dirty="0"/>
          </a:p>
        </p:txBody>
      </p:sp>
      <p:sp>
        <p:nvSpPr>
          <p:cNvPr id="34" name="矢印: 五方向 33">
            <a:extLst>
              <a:ext uri="{FF2B5EF4-FFF2-40B4-BE49-F238E27FC236}">
                <a16:creationId xmlns:a16="http://schemas.microsoft.com/office/drawing/2014/main" id="{D49A087B-0313-4EE8-BE1F-21EE1F117FC7}"/>
              </a:ext>
            </a:extLst>
          </p:cNvPr>
          <p:cNvSpPr/>
          <p:nvPr/>
        </p:nvSpPr>
        <p:spPr>
          <a:xfrm rot="5400000">
            <a:off x="67236" y="1138565"/>
            <a:ext cx="802539" cy="519104"/>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山形 37">
            <a:extLst>
              <a:ext uri="{FF2B5EF4-FFF2-40B4-BE49-F238E27FC236}">
                <a16:creationId xmlns:a16="http://schemas.microsoft.com/office/drawing/2014/main" id="{58249AF1-7C08-41DA-A2CF-9895DD1BA27A}"/>
              </a:ext>
            </a:extLst>
          </p:cNvPr>
          <p:cNvSpPr/>
          <p:nvPr/>
        </p:nvSpPr>
        <p:spPr>
          <a:xfrm rot="5400000">
            <a:off x="98357" y="1790775"/>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7EC459BB-F612-47E3-A247-B9840AEBE3D9}"/>
              </a:ext>
            </a:extLst>
          </p:cNvPr>
          <p:cNvSpPr/>
          <p:nvPr/>
        </p:nvSpPr>
        <p:spPr>
          <a:xfrm rot="5400000">
            <a:off x="89593" y="2432212"/>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1CFBB109-BCF8-435C-9B9B-8C4D358EA14A}"/>
              </a:ext>
            </a:extLst>
          </p:cNvPr>
          <p:cNvSpPr/>
          <p:nvPr/>
        </p:nvSpPr>
        <p:spPr>
          <a:xfrm rot="5400000">
            <a:off x="98357" y="3073650"/>
            <a:ext cx="740298" cy="519105"/>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テキスト ボックス 40">
            <a:extLst>
              <a:ext uri="{FF2B5EF4-FFF2-40B4-BE49-F238E27FC236}">
                <a16:creationId xmlns:a16="http://schemas.microsoft.com/office/drawing/2014/main" id="{A1BCBD67-42B4-4A80-A340-F8BD605A2758}"/>
              </a:ext>
            </a:extLst>
          </p:cNvPr>
          <p:cNvSpPr txBox="1"/>
          <p:nvPr/>
        </p:nvSpPr>
        <p:spPr>
          <a:xfrm>
            <a:off x="899592" y="1109657"/>
            <a:ext cx="2085167" cy="461665"/>
          </a:xfrm>
          <a:prstGeom prst="rect">
            <a:avLst/>
          </a:prstGeom>
          <a:noFill/>
        </p:spPr>
        <p:txBody>
          <a:bodyPr wrap="square" rtlCol="0">
            <a:spAutoFit/>
          </a:bodyPr>
          <a:lstStyle/>
          <a:p>
            <a:r>
              <a:rPr kumimoji="1" lang="ja-JP" altLang="en-US" sz="2400" dirty="0">
                <a:solidFill>
                  <a:schemeClr val="bg1">
                    <a:lumMod val="75000"/>
                  </a:schemeClr>
                </a:solidFill>
                <a:latin typeface="Arial" panose="020B0604020202020204" pitchFamily="34" charset="0"/>
                <a:ea typeface="ＭＳ ゴシック" panose="020B0609070205080204" pitchFamily="49" charset="-128"/>
                <a:cs typeface="Arial" panose="020B0604020202020204" pitchFamily="34" charset="0"/>
              </a:rPr>
              <a:t>バグ推定</a:t>
            </a:r>
          </a:p>
        </p:txBody>
      </p:sp>
      <p:sp>
        <p:nvSpPr>
          <p:cNvPr id="42" name="テキスト ボックス 41">
            <a:extLst>
              <a:ext uri="{FF2B5EF4-FFF2-40B4-BE49-F238E27FC236}">
                <a16:creationId xmlns:a16="http://schemas.microsoft.com/office/drawing/2014/main" id="{57A94AB6-F536-42C0-8AF8-A36C11CCA8AA}"/>
              </a:ext>
            </a:extLst>
          </p:cNvPr>
          <p:cNvSpPr txBox="1"/>
          <p:nvPr/>
        </p:nvSpPr>
        <p:spPr>
          <a:xfrm>
            <a:off x="917576" y="2321615"/>
            <a:ext cx="1727301"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評価</a:t>
            </a:r>
          </a:p>
        </p:txBody>
      </p:sp>
      <p:sp>
        <p:nvSpPr>
          <p:cNvPr id="43" name="テキスト ボックス 42">
            <a:extLst>
              <a:ext uri="{FF2B5EF4-FFF2-40B4-BE49-F238E27FC236}">
                <a16:creationId xmlns:a16="http://schemas.microsoft.com/office/drawing/2014/main" id="{95078474-DC1A-4BA2-A223-17F1D80E6839}"/>
              </a:ext>
            </a:extLst>
          </p:cNvPr>
          <p:cNvSpPr txBox="1"/>
          <p:nvPr/>
        </p:nvSpPr>
        <p:spPr>
          <a:xfrm>
            <a:off x="904799" y="1680178"/>
            <a:ext cx="1740078"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個体生成</a:t>
            </a:r>
          </a:p>
        </p:txBody>
      </p:sp>
      <p:sp>
        <p:nvSpPr>
          <p:cNvPr id="44" name="テキスト ボックス 43">
            <a:extLst>
              <a:ext uri="{FF2B5EF4-FFF2-40B4-BE49-F238E27FC236}">
                <a16:creationId xmlns:a16="http://schemas.microsoft.com/office/drawing/2014/main" id="{58AC6446-7E10-410B-A792-AF7AEF477480}"/>
              </a:ext>
            </a:extLst>
          </p:cNvPr>
          <p:cNvSpPr txBox="1"/>
          <p:nvPr/>
        </p:nvSpPr>
        <p:spPr>
          <a:xfrm>
            <a:off x="904798" y="2967335"/>
            <a:ext cx="1740079" cy="461665"/>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選択</a:t>
            </a:r>
          </a:p>
        </p:txBody>
      </p:sp>
      <p:sp>
        <p:nvSpPr>
          <p:cNvPr id="17" name="テキスト ボックス 16">
            <a:extLst>
              <a:ext uri="{FF2B5EF4-FFF2-40B4-BE49-F238E27FC236}">
                <a16:creationId xmlns:a16="http://schemas.microsoft.com/office/drawing/2014/main" id="{CEA09210-961C-4396-B8BB-2BFE6484F708}"/>
              </a:ext>
            </a:extLst>
          </p:cNvPr>
          <p:cNvSpPr txBox="1"/>
          <p:nvPr/>
        </p:nvSpPr>
        <p:spPr>
          <a:xfrm>
            <a:off x="380016" y="4606154"/>
            <a:ext cx="3236808" cy="830997"/>
          </a:xfrm>
          <a:prstGeom prst="rect">
            <a:avLst/>
          </a:prstGeom>
          <a:noFill/>
        </p:spPr>
        <p:txBody>
          <a:bodyPr wrap="square" rtlCol="0">
            <a:spAutoFit/>
          </a:bodyPr>
          <a:lstStyle/>
          <a:p>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ある個体が全テストを通過するまで繰り返す</a:t>
            </a:r>
          </a:p>
        </p:txBody>
      </p:sp>
      <p:sp>
        <p:nvSpPr>
          <p:cNvPr id="18" name="矢印: U ターン 17">
            <a:extLst>
              <a:ext uri="{FF2B5EF4-FFF2-40B4-BE49-F238E27FC236}">
                <a16:creationId xmlns:a16="http://schemas.microsoft.com/office/drawing/2014/main" id="{125781F1-788A-42B6-8EAF-C290C2B3D863}"/>
              </a:ext>
            </a:extLst>
          </p:cNvPr>
          <p:cNvSpPr/>
          <p:nvPr/>
        </p:nvSpPr>
        <p:spPr>
          <a:xfrm rot="16200000" flipV="1">
            <a:off x="2023326" y="1673016"/>
            <a:ext cx="1423937" cy="1727301"/>
          </a:xfrm>
          <a:prstGeom prst="uturnArrow">
            <a:avLst>
              <a:gd name="adj1" fmla="val 5602"/>
              <a:gd name="adj2" fmla="val 7501"/>
              <a:gd name="adj3" fmla="val 16689"/>
              <a:gd name="adj4" fmla="val 0"/>
              <a:gd name="adj5" fmla="val 6584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フリーフォーム: 図形 15">
            <a:extLst>
              <a:ext uri="{FF2B5EF4-FFF2-40B4-BE49-F238E27FC236}">
                <a16:creationId xmlns:a16="http://schemas.microsoft.com/office/drawing/2014/main" id="{DFF05A0D-9113-42D5-B254-DC687FE16A88}"/>
              </a:ext>
            </a:extLst>
          </p:cNvPr>
          <p:cNvSpPr/>
          <p:nvPr/>
        </p:nvSpPr>
        <p:spPr>
          <a:xfrm>
            <a:off x="5826762" y="1288728"/>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19" name="フリーフォーム: 図形 18">
            <a:extLst>
              <a:ext uri="{FF2B5EF4-FFF2-40B4-BE49-F238E27FC236}">
                <a16:creationId xmlns:a16="http://schemas.microsoft.com/office/drawing/2014/main" id="{3A407922-8478-4A1F-B005-51CBA9EB5A66}"/>
              </a:ext>
            </a:extLst>
          </p:cNvPr>
          <p:cNvSpPr/>
          <p:nvPr/>
        </p:nvSpPr>
        <p:spPr>
          <a:xfrm>
            <a:off x="5983173" y="177099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0" name="フリーフォーム: 図形 19">
            <a:extLst>
              <a:ext uri="{FF2B5EF4-FFF2-40B4-BE49-F238E27FC236}">
                <a16:creationId xmlns:a16="http://schemas.microsoft.com/office/drawing/2014/main" id="{47E6D35E-BAD8-49FD-9648-F5AAE838C117}"/>
              </a:ext>
            </a:extLst>
          </p:cNvPr>
          <p:cNvSpPr/>
          <p:nvPr/>
        </p:nvSpPr>
        <p:spPr>
          <a:xfrm>
            <a:off x="5983173" y="1666721"/>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1" name="フリーフォーム: 図形 20">
            <a:extLst>
              <a:ext uri="{FF2B5EF4-FFF2-40B4-BE49-F238E27FC236}">
                <a16:creationId xmlns:a16="http://schemas.microsoft.com/office/drawing/2014/main" id="{8A529FEC-AB59-49C8-8734-06AD55A79154}"/>
              </a:ext>
            </a:extLst>
          </p:cNvPr>
          <p:cNvSpPr/>
          <p:nvPr/>
        </p:nvSpPr>
        <p:spPr>
          <a:xfrm>
            <a:off x="5983173" y="197954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23" name="フリーフォーム: 図形 22">
            <a:extLst>
              <a:ext uri="{FF2B5EF4-FFF2-40B4-BE49-F238E27FC236}">
                <a16:creationId xmlns:a16="http://schemas.microsoft.com/office/drawing/2014/main" id="{A46BD68D-93B2-4B50-8DED-FA6A76E4725B}"/>
              </a:ext>
            </a:extLst>
          </p:cNvPr>
          <p:cNvSpPr/>
          <p:nvPr/>
        </p:nvSpPr>
        <p:spPr>
          <a:xfrm>
            <a:off x="5983173" y="208381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0" name="フリーフォーム: 図形 29">
            <a:extLst>
              <a:ext uri="{FF2B5EF4-FFF2-40B4-BE49-F238E27FC236}">
                <a16:creationId xmlns:a16="http://schemas.microsoft.com/office/drawing/2014/main" id="{A8903E8E-C728-49F4-B889-714AC07DA0A8}"/>
              </a:ext>
            </a:extLst>
          </p:cNvPr>
          <p:cNvSpPr/>
          <p:nvPr/>
        </p:nvSpPr>
        <p:spPr>
          <a:xfrm>
            <a:off x="4239012" y="129149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31" name="フリーフォーム: 図形 30">
            <a:extLst>
              <a:ext uri="{FF2B5EF4-FFF2-40B4-BE49-F238E27FC236}">
                <a16:creationId xmlns:a16="http://schemas.microsoft.com/office/drawing/2014/main" id="{4EECC531-EE42-4E6A-96A1-D82A0A60E30F}"/>
              </a:ext>
            </a:extLst>
          </p:cNvPr>
          <p:cNvSpPr/>
          <p:nvPr/>
        </p:nvSpPr>
        <p:spPr>
          <a:xfrm>
            <a:off x="4395423" y="173443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2" name="フリーフォーム: 図形 31">
            <a:extLst>
              <a:ext uri="{FF2B5EF4-FFF2-40B4-BE49-F238E27FC236}">
                <a16:creationId xmlns:a16="http://schemas.microsoft.com/office/drawing/2014/main" id="{C6EC33E3-9E70-4D50-A87C-7709938B88F9}"/>
              </a:ext>
            </a:extLst>
          </p:cNvPr>
          <p:cNvSpPr/>
          <p:nvPr/>
        </p:nvSpPr>
        <p:spPr>
          <a:xfrm>
            <a:off x="4395423" y="163016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3" name="フリーフォーム: 図形 32">
            <a:extLst>
              <a:ext uri="{FF2B5EF4-FFF2-40B4-BE49-F238E27FC236}">
                <a16:creationId xmlns:a16="http://schemas.microsoft.com/office/drawing/2014/main" id="{74723187-6FC9-4D0B-B3F5-D17279741787}"/>
              </a:ext>
            </a:extLst>
          </p:cNvPr>
          <p:cNvSpPr/>
          <p:nvPr/>
        </p:nvSpPr>
        <p:spPr>
          <a:xfrm>
            <a:off x="4395423" y="183870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chemeClr val="tx1"/>
          </a:solidFill>
          <a:ln w="12998" cap="flat">
            <a:noFill/>
            <a:prstDash val="solid"/>
            <a:miter/>
          </a:ln>
        </p:spPr>
        <p:txBody>
          <a:bodyPr rtlCol="0" anchor="ctr"/>
          <a:lstStyle/>
          <a:p>
            <a:endParaRPr lang="ja-JP" altLang="en-US">
              <a:solidFill>
                <a:srgbClr val="FF0000"/>
              </a:solidFill>
            </a:endParaRPr>
          </a:p>
        </p:txBody>
      </p:sp>
      <p:sp>
        <p:nvSpPr>
          <p:cNvPr id="35" name="フリーフォーム: 図形 34">
            <a:extLst>
              <a:ext uri="{FF2B5EF4-FFF2-40B4-BE49-F238E27FC236}">
                <a16:creationId xmlns:a16="http://schemas.microsoft.com/office/drawing/2014/main" id="{FDD6AAF5-391D-4557-94CA-2057CA3EAA29}"/>
              </a:ext>
            </a:extLst>
          </p:cNvPr>
          <p:cNvSpPr/>
          <p:nvPr/>
        </p:nvSpPr>
        <p:spPr>
          <a:xfrm>
            <a:off x="4395423" y="194298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36" name="フリーフォーム: 図形 35">
            <a:extLst>
              <a:ext uri="{FF2B5EF4-FFF2-40B4-BE49-F238E27FC236}">
                <a16:creationId xmlns:a16="http://schemas.microsoft.com/office/drawing/2014/main" id="{1D3789E0-9E34-4D64-BE6E-70495FBAF139}"/>
              </a:ext>
            </a:extLst>
          </p:cNvPr>
          <p:cNvSpPr/>
          <p:nvPr/>
        </p:nvSpPr>
        <p:spPr>
          <a:xfrm>
            <a:off x="4395423" y="204725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45" name="フリーフォーム: 図形 44">
            <a:extLst>
              <a:ext uri="{FF2B5EF4-FFF2-40B4-BE49-F238E27FC236}">
                <a16:creationId xmlns:a16="http://schemas.microsoft.com/office/drawing/2014/main" id="{23007D1D-3CFE-406A-9379-10A972B0A841}"/>
              </a:ext>
            </a:extLst>
          </p:cNvPr>
          <p:cNvSpPr/>
          <p:nvPr/>
        </p:nvSpPr>
        <p:spPr>
          <a:xfrm>
            <a:off x="4395423" y="214557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pic>
        <p:nvPicPr>
          <p:cNvPr id="46" name="グラフィックス 45" descr="矢印: 直線 単色塗りつぶし">
            <a:extLst>
              <a:ext uri="{FF2B5EF4-FFF2-40B4-BE49-F238E27FC236}">
                <a16:creationId xmlns:a16="http://schemas.microsoft.com/office/drawing/2014/main" id="{4072B7E2-27D6-4641-AD8D-E20A8658CA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flipV="1">
            <a:off x="5677930" y="2803022"/>
            <a:ext cx="1106424" cy="1106424"/>
          </a:xfrm>
          <a:prstGeom prst="rect">
            <a:avLst/>
          </a:prstGeom>
        </p:spPr>
      </p:pic>
      <p:sp>
        <p:nvSpPr>
          <p:cNvPr id="47" name="フリーフォーム: 図形 46">
            <a:extLst>
              <a:ext uri="{FF2B5EF4-FFF2-40B4-BE49-F238E27FC236}">
                <a16:creationId xmlns:a16="http://schemas.microsoft.com/office/drawing/2014/main" id="{4251B5C9-FF5F-4644-A6B3-3DA2B461DF4A}"/>
              </a:ext>
            </a:extLst>
          </p:cNvPr>
          <p:cNvSpPr/>
          <p:nvPr/>
        </p:nvSpPr>
        <p:spPr>
          <a:xfrm>
            <a:off x="5825733"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48" name="フリーフォーム: 図形 47">
            <a:extLst>
              <a:ext uri="{FF2B5EF4-FFF2-40B4-BE49-F238E27FC236}">
                <a16:creationId xmlns:a16="http://schemas.microsoft.com/office/drawing/2014/main" id="{F68EF227-7366-4AB1-B163-28BE2C6CC56B}"/>
              </a:ext>
            </a:extLst>
          </p:cNvPr>
          <p:cNvSpPr/>
          <p:nvPr/>
        </p:nvSpPr>
        <p:spPr>
          <a:xfrm>
            <a:off x="5982144" y="4845732"/>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FF00FF"/>
          </a:solidFill>
          <a:ln w="12998" cap="flat">
            <a:noFill/>
            <a:prstDash val="solid"/>
            <a:miter/>
          </a:ln>
        </p:spPr>
        <p:txBody>
          <a:bodyPr rtlCol="0" anchor="ctr"/>
          <a:lstStyle/>
          <a:p>
            <a:endParaRPr lang="ja-JP" altLang="en-US"/>
          </a:p>
        </p:txBody>
      </p:sp>
      <p:sp>
        <p:nvSpPr>
          <p:cNvPr id="49" name="フリーフォーム: 図形 48">
            <a:extLst>
              <a:ext uri="{FF2B5EF4-FFF2-40B4-BE49-F238E27FC236}">
                <a16:creationId xmlns:a16="http://schemas.microsoft.com/office/drawing/2014/main" id="{878CF07F-8368-4D26-8C3F-B99F120F2882}"/>
              </a:ext>
            </a:extLst>
          </p:cNvPr>
          <p:cNvSpPr/>
          <p:nvPr/>
        </p:nvSpPr>
        <p:spPr>
          <a:xfrm>
            <a:off x="5982144" y="4741458"/>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0" name="フリーフォーム: 図形 49">
            <a:extLst>
              <a:ext uri="{FF2B5EF4-FFF2-40B4-BE49-F238E27FC236}">
                <a16:creationId xmlns:a16="http://schemas.microsoft.com/office/drawing/2014/main" id="{88B7AD4B-C8DE-4120-984A-642AE9194899}"/>
              </a:ext>
            </a:extLst>
          </p:cNvPr>
          <p:cNvSpPr/>
          <p:nvPr/>
        </p:nvSpPr>
        <p:spPr>
          <a:xfrm>
            <a:off x="5982144" y="5054279"/>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1" name="フリーフォーム: 図形 50">
            <a:extLst>
              <a:ext uri="{FF2B5EF4-FFF2-40B4-BE49-F238E27FC236}">
                <a16:creationId xmlns:a16="http://schemas.microsoft.com/office/drawing/2014/main" id="{B51114F2-2941-4522-98AA-798E6514C781}"/>
              </a:ext>
            </a:extLst>
          </p:cNvPr>
          <p:cNvSpPr/>
          <p:nvPr/>
        </p:nvSpPr>
        <p:spPr>
          <a:xfrm>
            <a:off x="5982144" y="5158553"/>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2" name="フリーフォーム: 図形 51">
            <a:extLst>
              <a:ext uri="{FF2B5EF4-FFF2-40B4-BE49-F238E27FC236}">
                <a16:creationId xmlns:a16="http://schemas.microsoft.com/office/drawing/2014/main" id="{7340A936-4EFB-4F4F-8E81-245784BB283E}"/>
              </a:ext>
            </a:extLst>
          </p:cNvPr>
          <p:cNvSpPr/>
          <p:nvPr/>
        </p:nvSpPr>
        <p:spPr>
          <a:xfrm>
            <a:off x="4239012"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53" name="フリーフォーム: 図形 52">
            <a:extLst>
              <a:ext uri="{FF2B5EF4-FFF2-40B4-BE49-F238E27FC236}">
                <a16:creationId xmlns:a16="http://schemas.microsoft.com/office/drawing/2014/main" id="{F5CDD450-99A8-4FA6-AFC3-C9E06EB4E191}"/>
              </a:ext>
            </a:extLst>
          </p:cNvPr>
          <p:cNvSpPr/>
          <p:nvPr/>
        </p:nvSpPr>
        <p:spPr>
          <a:xfrm>
            <a:off x="4395423" y="480640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4" name="フリーフォーム: 図形 53">
            <a:extLst>
              <a:ext uri="{FF2B5EF4-FFF2-40B4-BE49-F238E27FC236}">
                <a16:creationId xmlns:a16="http://schemas.microsoft.com/office/drawing/2014/main" id="{D71FB373-B1D4-466B-B56C-3AA2D5A9115B}"/>
              </a:ext>
            </a:extLst>
          </p:cNvPr>
          <p:cNvSpPr/>
          <p:nvPr/>
        </p:nvSpPr>
        <p:spPr>
          <a:xfrm>
            <a:off x="4395423" y="470213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6" name="フリーフォーム: 図形 55">
            <a:extLst>
              <a:ext uri="{FF2B5EF4-FFF2-40B4-BE49-F238E27FC236}">
                <a16:creationId xmlns:a16="http://schemas.microsoft.com/office/drawing/2014/main" id="{6343A487-6343-4E3E-BC40-6916501D5691}"/>
              </a:ext>
            </a:extLst>
          </p:cNvPr>
          <p:cNvSpPr/>
          <p:nvPr/>
        </p:nvSpPr>
        <p:spPr>
          <a:xfrm>
            <a:off x="4395423" y="501495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7" name="フリーフォーム: 図形 56">
            <a:extLst>
              <a:ext uri="{FF2B5EF4-FFF2-40B4-BE49-F238E27FC236}">
                <a16:creationId xmlns:a16="http://schemas.microsoft.com/office/drawing/2014/main" id="{CBD8D134-7823-41EE-9E1A-72667695D214}"/>
              </a:ext>
            </a:extLst>
          </p:cNvPr>
          <p:cNvSpPr/>
          <p:nvPr/>
        </p:nvSpPr>
        <p:spPr>
          <a:xfrm>
            <a:off x="4395423" y="511922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58" name="フリーフォーム: 図形 57">
            <a:extLst>
              <a:ext uri="{FF2B5EF4-FFF2-40B4-BE49-F238E27FC236}">
                <a16:creationId xmlns:a16="http://schemas.microsoft.com/office/drawing/2014/main" id="{9FF8723E-229F-48F4-8BBF-DC046CC1CB9A}"/>
              </a:ext>
            </a:extLst>
          </p:cNvPr>
          <p:cNvSpPr/>
          <p:nvPr/>
        </p:nvSpPr>
        <p:spPr>
          <a:xfrm>
            <a:off x="4395423" y="521754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79" name="フリーフォーム: 図形 78">
            <a:extLst>
              <a:ext uri="{FF2B5EF4-FFF2-40B4-BE49-F238E27FC236}">
                <a16:creationId xmlns:a16="http://schemas.microsoft.com/office/drawing/2014/main" id="{740999DF-3A7C-44D7-A6DA-E019B61247C9}"/>
              </a:ext>
            </a:extLst>
          </p:cNvPr>
          <p:cNvSpPr/>
          <p:nvPr/>
        </p:nvSpPr>
        <p:spPr>
          <a:xfrm>
            <a:off x="7412454" y="4363465"/>
            <a:ext cx="808122" cy="1042738"/>
          </a:xfrm>
          <a:custGeom>
            <a:avLst/>
            <a:gdLst>
              <a:gd name="connsiteX0" fmla="*/ 78205 w 808122"/>
              <a:gd name="connsiteY0" fmla="*/ 964533 h 1042738"/>
              <a:gd name="connsiteX1" fmla="*/ 78205 w 808122"/>
              <a:gd name="connsiteY1" fmla="*/ 78205 h 1042738"/>
              <a:gd name="connsiteX2" fmla="*/ 404061 w 808122"/>
              <a:gd name="connsiteY2" fmla="*/ 78205 h 1042738"/>
              <a:gd name="connsiteX3" fmla="*/ 404061 w 808122"/>
              <a:gd name="connsiteY3" fmla="*/ 351924 h 1042738"/>
              <a:gd name="connsiteX4" fmla="*/ 729917 w 808122"/>
              <a:gd name="connsiteY4" fmla="*/ 351924 h 1042738"/>
              <a:gd name="connsiteX5" fmla="*/ 729917 w 808122"/>
              <a:gd name="connsiteY5" fmla="*/ 964533 h 1042738"/>
              <a:gd name="connsiteX6" fmla="*/ 78205 w 808122"/>
              <a:gd name="connsiteY6" fmla="*/ 964533 h 1042738"/>
              <a:gd name="connsiteX7" fmla="*/ 482266 w 808122"/>
              <a:gd name="connsiteY7" fmla="*/ 110791 h 1042738"/>
              <a:gd name="connsiteX8" fmla="*/ 645194 w 808122"/>
              <a:gd name="connsiteY8" fmla="*/ 273719 h 1042738"/>
              <a:gd name="connsiteX9" fmla="*/ 482266 w 808122"/>
              <a:gd name="connsiteY9" fmla="*/ 273719 h 1042738"/>
              <a:gd name="connsiteX10" fmla="*/ 482266 w 808122"/>
              <a:gd name="connsiteY10" fmla="*/ 110791 h 1042738"/>
              <a:gd name="connsiteX11" fmla="*/ 482266 w 808122"/>
              <a:gd name="connsiteY11" fmla="*/ 0 h 1042738"/>
              <a:gd name="connsiteX12" fmla="*/ 0 w 808122"/>
              <a:gd name="connsiteY12" fmla="*/ 0 h 1042738"/>
              <a:gd name="connsiteX13" fmla="*/ 0 w 808122"/>
              <a:gd name="connsiteY13" fmla="*/ 1042738 h 1042738"/>
              <a:gd name="connsiteX14" fmla="*/ 808122 w 808122"/>
              <a:gd name="connsiteY14" fmla="*/ 1042738 h 1042738"/>
              <a:gd name="connsiteX15" fmla="*/ 808122 w 808122"/>
              <a:gd name="connsiteY15" fmla="*/ 286753 h 1042738"/>
              <a:gd name="connsiteX16" fmla="*/ 482266 w 808122"/>
              <a:gd name="connsiteY16" fmla="*/ 0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122" h="1042738">
                <a:moveTo>
                  <a:pt x="78205" y="964533"/>
                </a:moveTo>
                <a:lnTo>
                  <a:pt x="78205" y="78205"/>
                </a:lnTo>
                <a:lnTo>
                  <a:pt x="404061" y="78205"/>
                </a:lnTo>
                <a:lnTo>
                  <a:pt x="404061" y="351924"/>
                </a:lnTo>
                <a:lnTo>
                  <a:pt x="729917" y="351924"/>
                </a:lnTo>
                <a:lnTo>
                  <a:pt x="729917" y="964533"/>
                </a:lnTo>
                <a:lnTo>
                  <a:pt x="78205" y="964533"/>
                </a:lnTo>
                <a:close/>
                <a:moveTo>
                  <a:pt x="482266" y="110791"/>
                </a:moveTo>
                <a:lnTo>
                  <a:pt x="645194" y="273719"/>
                </a:lnTo>
                <a:lnTo>
                  <a:pt x="482266" y="273719"/>
                </a:lnTo>
                <a:lnTo>
                  <a:pt x="482266" y="110791"/>
                </a:lnTo>
                <a:close/>
                <a:moveTo>
                  <a:pt x="482266" y="0"/>
                </a:moveTo>
                <a:lnTo>
                  <a:pt x="0" y="0"/>
                </a:lnTo>
                <a:lnTo>
                  <a:pt x="0" y="1042738"/>
                </a:lnTo>
                <a:lnTo>
                  <a:pt x="808122" y="1042738"/>
                </a:lnTo>
                <a:lnTo>
                  <a:pt x="808122" y="286753"/>
                </a:lnTo>
                <a:lnTo>
                  <a:pt x="482266" y="0"/>
                </a:lnTo>
                <a:close/>
              </a:path>
            </a:pathLst>
          </a:custGeom>
          <a:solidFill>
            <a:srgbClr val="000000"/>
          </a:solidFill>
          <a:ln w="12998" cap="flat">
            <a:noFill/>
            <a:prstDash val="solid"/>
            <a:miter/>
          </a:ln>
        </p:spPr>
        <p:txBody>
          <a:bodyPr rtlCol="0" anchor="ctr"/>
          <a:lstStyle/>
          <a:p>
            <a:endParaRPr lang="ja-JP" altLang="en-US"/>
          </a:p>
        </p:txBody>
      </p:sp>
      <p:sp>
        <p:nvSpPr>
          <p:cNvPr id="80" name="フリーフォーム: 図形 79">
            <a:extLst>
              <a:ext uri="{FF2B5EF4-FFF2-40B4-BE49-F238E27FC236}">
                <a16:creationId xmlns:a16="http://schemas.microsoft.com/office/drawing/2014/main" id="{79CA9B6F-5177-4F6D-A2EE-6FBCEB7E13FC}"/>
              </a:ext>
            </a:extLst>
          </p:cNvPr>
          <p:cNvSpPr/>
          <p:nvPr/>
        </p:nvSpPr>
        <p:spPr>
          <a:xfrm>
            <a:off x="7568865" y="4806404"/>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81" name="フリーフォーム: 図形 80">
            <a:extLst>
              <a:ext uri="{FF2B5EF4-FFF2-40B4-BE49-F238E27FC236}">
                <a16:creationId xmlns:a16="http://schemas.microsoft.com/office/drawing/2014/main" id="{90217C5E-6403-4D00-853B-A2BB945BBFB2}"/>
              </a:ext>
            </a:extLst>
          </p:cNvPr>
          <p:cNvSpPr/>
          <p:nvPr/>
        </p:nvSpPr>
        <p:spPr>
          <a:xfrm>
            <a:off x="7568865" y="4702130"/>
            <a:ext cx="169444" cy="52136"/>
          </a:xfrm>
          <a:custGeom>
            <a:avLst/>
            <a:gdLst>
              <a:gd name="connsiteX0" fmla="*/ 0 w 169444"/>
              <a:gd name="connsiteY0" fmla="*/ 0 h 52136"/>
              <a:gd name="connsiteX1" fmla="*/ 169445 w 169444"/>
              <a:gd name="connsiteY1" fmla="*/ 0 h 52136"/>
              <a:gd name="connsiteX2" fmla="*/ 169445 w 169444"/>
              <a:gd name="connsiteY2" fmla="*/ 52137 h 52136"/>
              <a:gd name="connsiteX3" fmla="*/ 0 w 169444"/>
              <a:gd name="connsiteY3" fmla="*/ 52137 h 52136"/>
            </a:gdLst>
            <a:ahLst/>
            <a:cxnLst>
              <a:cxn ang="0">
                <a:pos x="connsiteX0" y="connsiteY0"/>
              </a:cxn>
              <a:cxn ang="0">
                <a:pos x="connsiteX1" y="connsiteY1"/>
              </a:cxn>
              <a:cxn ang="0">
                <a:pos x="connsiteX2" y="connsiteY2"/>
              </a:cxn>
              <a:cxn ang="0">
                <a:pos x="connsiteX3" y="connsiteY3"/>
              </a:cxn>
            </a:cxnLst>
            <a:rect l="l" t="t" r="r" b="b"/>
            <a:pathLst>
              <a:path w="169444" h="52136">
                <a:moveTo>
                  <a:pt x="0" y="0"/>
                </a:moveTo>
                <a:lnTo>
                  <a:pt x="169445" y="0"/>
                </a:lnTo>
                <a:lnTo>
                  <a:pt x="169445"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82" name="フリーフォーム: 図形 81">
            <a:extLst>
              <a:ext uri="{FF2B5EF4-FFF2-40B4-BE49-F238E27FC236}">
                <a16:creationId xmlns:a16="http://schemas.microsoft.com/office/drawing/2014/main" id="{06E18E53-6BDD-4D1D-955E-CBA42957DA27}"/>
              </a:ext>
            </a:extLst>
          </p:cNvPr>
          <p:cNvSpPr/>
          <p:nvPr/>
        </p:nvSpPr>
        <p:spPr>
          <a:xfrm>
            <a:off x="7568865" y="4910678"/>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9900FF"/>
          </a:solidFill>
          <a:ln w="12998" cap="flat">
            <a:noFill/>
            <a:prstDash val="solid"/>
            <a:miter/>
          </a:ln>
        </p:spPr>
        <p:txBody>
          <a:bodyPr rtlCol="0" anchor="ctr"/>
          <a:lstStyle/>
          <a:p>
            <a:endParaRPr lang="ja-JP" altLang="en-US">
              <a:solidFill>
                <a:srgbClr val="FF0000"/>
              </a:solidFill>
            </a:endParaRPr>
          </a:p>
        </p:txBody>
      </p:sp>
      <p:sp>
        <p:nvSpPr>
          <p:cNvPr id="83" name="フリーフォーム: 図形 82">
            <a:extLst>
              <a:ext uri="{FF2B5EF4-FFF2-40B4-BE49-F238E27FC236}">
                <a16:creationId xmlns:a16="http://schemas.microsoft.com/office/drawing/2014/main" id="{209C0677-2097-4BDF-A63F-6876B0D0722D}"/>
              </a:ext>
            </a:extLst>
          </p:cNvPr>
          <p:cNvSpPr/>
          <p:nvPr/>
        </p:nvSpPr>
        <p:spPr>
          <a:xfrm>
            <a:off x="7568865" y="5014951"/>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84" name="フリーフォーム: 図形 83">
            <a:extLst>
              <a:ext uri="{FF2B5EF4-FFF2-40B4-BE49-F238E27FC236}">
                <a16:creationId xmlns:a16="http://schemas.microsoft.com/office/drawing/2014/main" id="{9ED007CA-1292-45A7-AAF4-00D0AF8A0E8A}"/>
              </a:ext>
            </a:extLst>
          </p:cNvPr>
          <p:cNvSpPr/>
          <p:nvPr/>
        </p:nvSpPr>
        <p:spPr>
          <a:xfrm>
            <a:off x="7568865" y="5119225"/>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
        <p:nvSpPr>
          <p:cNvPr id="85" name="フリーフォーム: 図形 84">
            <a:extLst>
              <a:ext uri="{FF2B5EF4-FFF2-40B4-BE49-F238E27FC236}">
                <a16:creationId xmlns:a16="http://schemas.microsoft.com/office/drawing/2014/main" id="{2B695016-91AB-4531-9A05-486F1FCEAE92}"/>
              </a:ext>
            </a:extLst>
          </p:cNvPr>
          <p:cNvSpPr/>
          <p:nvPr/>
        </p:nvSpPr>
        <p:spPr>
          <a:xfrm>
            <a:off x="7568865" y="5217546"/>
            <a:ext cx="495300" cy="52136"/>
          </a:xfrm>
          <a:custGeom>
            <a:avLst/>
            <a:gdLst>
              <a:gd name="connsiteX0" fmla="*/ 0 w 495300"/>
              <a:gd name="connsiteY0" fmla="*/ 0 h 52136"/>
              <a:gd name="connsiteX1" fmla="*/ 495301 w 495300"/>
              <a:gd name="connsiteY1" fmla="*/ 0 h 52136"/>
              <a:gd name="connsiteX2" fmla="*/ 495301 w 495300"/>
              <a:gd name="connsiteY2" fmla="*/ 52137 h 52136"/>
              <a:gd name="connsiteX3" fmla="*/ 0 w 495300"/>
              <a:gd name="connsiteY3" fmla="*/ 52137 h 52136"/>
            </a:gdLst>
            <a:ahLst/>
            <a:cxnLst>
              <a:cxn ang="0">
                <a:pos x="connsiteX0" y="connsiteY0"/>
              </a:cxn>
              <a:cxn ang="0">
                <a:pos x="connsiteX1" y="connsiteY1"/>
              </a:cxn>
              <a:cxn ang="0">
                <a:pos x="connsiteX2" y="connsiteY2"/>
              </a:cxn>
              <a:cxn ang="0">
                <a:pos x="connsiteX3" y="connsiteY3"/>
              </a:cxn>
            </a:cxnLst>
            <a:rect l="l" t="t" r="r" b="b"/>
            <a:pathLst>
              <a:path w="495300" h="52136">
                <a:moveTo>
                  <a:pt x="0" y="0"/>
                </a:moveTo>
                <a:lnTo>
                  <a:pt x="495301" y="0"/>
                </a:lnTo>
                <a:lnTo>
                  <a:pt x="495301" y="52137"/>
                </a:lnTo>
                <a:lnTo>
                  <a:pt x="0" y="52137"/>
                </a:lnTo>
                <a:close/>
              </a:path>
            </a:pathLst>
          </a:custGeom>
          <a:solidFill>
            <a:srgbClr val="000000"/>
          </a:solidFill>
          <a:ln w="12998" cap="flat">
            <a:noFill/>
            <a:prstDash val="solid"/>
            <a:miter/>
          </a:ln>
        </p:spPr>
        <p:txBody>
          <a:bodyPr rtlCol="0" anchor="ctr"/>
          <a:lstStyle/>
          <a:p>
            <a:endParaRPr lang="ja-JP" altLang="en-US"/>
          </a:p>
        </p:txBody>
      </p:sp>
    </p:spTree>
    <p:extLst>
      <p:ext uri="{BB962C8B-B14F-4D97-AF65-F5344CB8AC3E}">
        <p14:creationId xmlns:p14="http://schemas.microsoft.com/office/powerpoint/2010/main" val="2770915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D3A20D-BFD4-432E-8B79-015BCC864236}"/>
              </a:ext>
            </a:extLst>
          </p:cNvPr>
          <p:cNvSpPr>
            <a:spLocks noGrp="1"/>
          </p:cNvSpPr>
          <p:nvPr>
            <p:ph type="title"/>
          </p:nvPr>
        </p:nvSpPr>
        <p:spPr/>
        <p:txBody>
          <a:bodyPr/>
          <a:lstStyle/>
          <a:p>
            <a:r>
              <a:rPr kumimoji="1" lang="en-US" altLang="ja-JP" dirty="0" err="1"/>
              <a:t>GenProg</a:t>
            </a:r>
            <a:r>
              <a:rPr kumimoji="1" lang="ja-JP" altLang="en-US" dirty="0"/>
              <a:t>の課題</a:t>
            </a:r>
            <a:endParaRPr kumimoji="1" lang="ja-JP" altLang="en-US" baseline="30000" dirty="0"/>
          </a:p>
        </p:txBody>
      </p:sp>
      <p:sp>
        <p:nvSpPr>
          <p:cNvPr id="3" name="コンテンツ プレースホルダー 2">
            <a:extLst>
              <a:ext uri="{FF2B5EF4-FFF2-40B4-BE49-F238E27FC236}">
                <a16:creationId xmlns:a16="http://schemas.microsoft.com/office/drawing/2014/main" id="{84F9F15D-6F51-4613-BC50-90B9A8F22878}"/>
              </a:ext>
            </a:extLst>
          </p:cNvPr>
          <p:cNvSpPr>
            <a:spLocks noGrp="1"/>
          </p:cNvSpPr>
          <p:nvPr>
            <p:ph idx="1"/>
          </p:nvPr>
        </p:nvSpPr>
        <p:spPr/>
        <p:txBody>
          <a:bodyPr/>
          <a:lstStyle/>
          <a:p>
            <a:r>
              <a:rPr lang="ja-JP" altLang="en-US" dirty="0"/>
              <a:t>修正時間が膨大</a:t>
            </a:r>
            <a:endParaRPr lang="en-US" altLang="ja-JP" dirty="0"/>
          </a:p>
          <a:p>
            <a:pPr lvl="1"/>
            <a:r>
              <a:rPr lang="ja-JP" altLang="en-US" dirty="0"/>
              <a:t>全ての生成個体に対してコンパイルとテストを実施</a:t>
            </a:r>
            <a:endParaRPr lang="en-US" altLang="ja-JP" dirty="0"/>
          </a:p>
          <a:p>
            <a:pPr lvl="1"/>
            <a:r>
              <a:rPr lang="en-US" altLang="ja-JP" dirty="0"/>
              <a:t>kGenProg</a:t>
            </a:r>
            <a:r>
              <a:rPr lang="en-US" altLang="ja-JP" baseline="30000" dirty="0"/>
              <a:t>1) </a:t>
            </a:r>
            <a:r>
              <a:rPr lang="ja-JP" altLang="en-US" dirty="0"/>
              <a:t>によって改善</a:t>
            </a:r>
            <a:endParaRPr lang="en-US" altLang="ja-JP" dirty="0"/>
          </a:p>
          <a:p>
            <a:r>
              <a:rPr lang="ja-JP" altLang="en-US" dirty="0"/>
              <a:t>本来満たすべき機能を損なう可能性</a:t>
            </a:r>
            <a:endParaRPr lang="en-US" altLang="ja-JP" dirty="0"/>
          </a:p>
          <a:p>
            <a:pPr lvl="1"/>
            <a:r>
              <a:rPr lang="ja-JP" altLang="en-US" dirty="0"/>
              <a:t>テストケースへの過剰適合</a:t>
            </a:r>
            <a:endParaRPr lang="en-US" altLang="ja-JP" dirty="0"/>
          </a:p>
          <a:p>
            <a:r>
              <a:rPr lang="ja-JP" altLang="en-US" dirty="0"/>
              <a:t>可読性や保守性が保証されない</a:t>
            </a:r>
            <a:endParaRPr lang="en-US" altLang="ja-JP" dirty="0"/>
          </a:p>
          <a:p>
            <a:pPr lvl="1"/>
            <a:r>
              <a:rPr lang="ja-JP" altLang="en-US" dirty="0"/>
              <a:t>評価値にテスト通過率のみを使用</a:t>
            </a:r>
            <a:endParaRPr lang="en-US" altLang="ja-JP" dirty="0"/>
          </a:p>
          <a:p>
            <a:endParaRPr lang="en-US" altLang="ja-JP" dirty="0"/>
          </a:p>
        </p:txBody>
      </p:sp>
      <p:sp>
        <p:nvSpPr>
          <p:cNvPr id="4" name="スライド番号プレースホルダー 3">
            <a:extLst>
              <a:ext uri="{FF2B5EF4-FFF2-40B4-BE49-F238E27FC236}">
                <a16:creationId xmlns:a16="http://schemas.microsoft.com/office/drawing/2014/main" id="{A4273945-2A7C-4A2B-8CFA-87E09A2FD611}"/>
              </a:ext>
            </a:extLst>
          </p:cNvPr>
          <p:cNvSpPr>
            <a:spLocks noGrp="1"/>
          </p:cNvSpPr>
          <p:nvPr>
            <p:ph type="sldNum" sz="quarter" idx="4"/>
          </p:nvPr>
        </p:nvSpPr>
        <p:spPr/>
        <p:txBody>
          <a:bodyPr/>
          <a:lstStyle/>
          <a:p>
            <a:fld id="{3D1E95EC-FA06-447C-B439-F51D604829FB}" type="slidenum">
              <a:rPr kumimoji="1" lang="ja-JP" altLang="en-US" smtClean="0"/>
              <a:pPr/>
              <a:t>11</a:t>
            </a:fld>
            <a:endParaRPr kumimoji="1" lang="ja-JP" altLang="en-US" dirty="0"/>
          </a:p>
        </p:txBody>
      </p:sp>
      <p:sp>
        <p:nvSpPr>
          <p:cNvPr id="5" name="角丸四角形 7">
            <a:extLst>
              <a:ext uri="{FF2B5EF4-FFF2-40B4-BE49-F238E27FC236}">
                <a16:creationId xmlns:a16="http://schemas.microsoft.com/office/drawing/2014/main" id="{3FBC91E8-4952-4662-8D39-F49EF1AC1CEB}"/>
              </a:ext>
            </a:extLst>
          </p:cNvPr>
          <p:cNvSpPr/>
          <p:nvPr/>
        </p:nvSpPr>
        <p:spPr>
          <a:xfrm>
            <a:off x="2196572" y="4561366"/>
            <a:ext cx="4750854" cy="673983"/>
          </a:xfrm>
          <a:prstGeom prst="roundRect">
            <a:avLst/>
          </a:prstGeom>
          <a:solidFill>
            <a:srgbClr val="FF0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kumimoji="1" lang="ja-JP" altLang="en-US" sz="2800" dirty="0">
                <a:latin typeface="Arial" panose="020B0604020202020204" pitchFamily="34" charset="0"/>
                <a:ea typeface="ＭＳ ゴシック" panose="020B0609070205080204" pitchFamily="49" charset="-128"/>
                <a:cs typeface="Arial" panose="020B0604020202020204" pitchFamily="34" charset="0"/>
              </a:rPr>
              <a:t>可読性向上に注目</a:t>
            </a:r>
            <a:endParaRPr kumimoji="1" lang="en-US" altLang="ja-JP" sz="2800" dirty="0">
              <a:latin typeface="Arial" panose="020B0604020202020204" pitchFamily="34" charset="0"/>
              <a:ea typeface="ＭＳ ゴシック" panose="020B0609070205080204" pitchFamily="49" charset="-128"/>
              <a:cs typeface="Arial" panose="020B0604020202020204" pitchFamily="34" charset="0"/>
            </a:endParaRPr>
          </a:p>
        </p:txBody>
      </p:sp>
      <p:sp>
        <p:nvSpPr>
          <p:cNvPr id="6" name="TextBox 3">
            <a:extLst>
              <a:ext uri="{FF2B5EF4-FFF2-40B4-BE49-F238E27FC236}">
                <a16:creationId xmlns:a16="http://schemas.microsoft.com/office/drawing/2014/main" id="{F1AD7A22-FA28-4885-94F8-D46D574669AC}"/>
              </a:ext>
            </a:extLst>
          </p:cNvPr>
          <p:cNvSpPr txBox="1"/>
          <p:nvPr/>
        </p:nvSpPr>
        <p:spPr>
          <a:xfrm>
            <a:off x="0" y="6143192"/>
            <a:ext cx="9144000"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ja-JP" sz="1400" dirty="0">
                <a:latin typeface="+mj-lt"/>
                <a:ea typeface="ＭＳ Ｐゴシック" panose="020B0600070205080204" pitchFamily="50" charset="-128"/>
              </a:rPr>
              <a:t>1) </a:t>
            </a:r>
            <a:r>
              <a:rPr lang="en-US" altLang="ja-JP" sz="1400" dirty="0" err="1">
                <a:latin typeface="+mj-lt"/>
                <a:ea typeface="ＭＳ Ｐゴシック" panose="020B0600070205080204" pitchFamily="50" charset="-128"/>
              </a:rPr>
              <a:t>kGenProg</a:t>
            </a:r>
            <a:r>
              <a:rPr lang="en-US" altLang="ja-JP" sz="1400" dirty="0">
                <a:latin typeface="+mj-lt"/>
                <a:ea typeface="ＭＳ Ｐゴシック" panose="020B0600070205080204" pitchFamily="50" charset="-128"/>
              </a:rPr>
              <a:t>: A High-Performance, High-Extensibility and High-Portability APR System. [</a:t>
            </a:r>
            <a:r>
              <a:rPr lang="en-US" altLang="ja-JP" sz="1400" dirty="0" err="1">
                <a:latin typeface="+mj-lt"/>
                <a:ea typeface="ＭＳ Ｐゴシック" panose="020B0600070205080204" pitchFamily="50" charset="-128"/>
              </a:rPr>
              <a:t>Yoshiki</a:t>
            </a:r>
            <a:r>
              <a:rPr lang="en-US" altLang="ja-JP" sz="1400" dirty="0">
                <a:latin typeface="+mj-lt"/>
                <a:ea typeface="ＭＳ Ｐゴシック" panose="020B0600070205080204" pitchFamily="50" charset="-128"/>
              </a:rPr>
              <a:t> Higo et al : 2018]</a:t>
            </a:r>
          </a:p>
        </p:txBody>
      </p:sp>
    </p:spTree>
    <p:extLst>
      <p:ext uri="{BB962C8B-B14F-4D97-AF65-F5344CB8AC3E}">
        <p14:creationId xmlns:p14="http://schemas.microsoft.com/office/powerpoint/2010/main" val="3842648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5D82B1-E647-4EE1-9364-D65D4E36EF09}"/>
              </a:ext>
            </a:extLst>
          </p:cNvPr>
          <p:cNvSpPr>
            <a:spLocks noGrp="1"/>
          </p:cNvSpPr>
          <p:nvPr>
            <p:ph type="title"/>
          </p:nvPr>
        </p:nvSpPr>
        <p:spPr/>
        <p:txBody>
          <a:bodyPr>
            <a:normAutofit/>
          </a:bodyPr>
          <a:lstStyle/>
          <a:p>
            <a:r>
              <a:rPr lang="ja-JP" altLang="en-US" dirty="0"/>
              <a:t>可読性が低下する修正例</a:t>
            </a:r>
            <a:endParaRPr kumimoji="1" lang="ja-JP" altLang="en-US" dirty="0"/>
          </a:p>
        </p:txBody>
      </p:sp>
      <p:sp>
        <p:nvSpPr>
          <p:cNvPr id="3" name="コンテンツ プレースホルダー 2">
            <a:extLst>
              <a:ext uri="{FF2B5EF4-FFF2-40B4-BE49-F238E27FC236}">
                <a16:creationId xmlns:a16="http://schemas.microsoft.com/office/drawing/2014/main" id="{C3BC5541-52DE-4A54-BB0D-BF8D5A75E347}"/>
              </a:ext>
            </a:extLst>
          </p:cNvPr>
          <p:cNvSpPr>
            <a:spLocks noGrp="1"/>
          </p:cNvSpPr>
          <p:nvPr>
            <p:ph idx="1"/>
          </p:nvPr>
        </p:nvSpPr>
        <p:spPr/>
        <p:txBody>
          <a:bodyPr/>
          <a:lstStyle/>
          <a:p>
            <a:r>
              <a:rPr kumimoji="1" lang="en-US" altLang="ja-JP" dirty="0"/>
              <a:t>9</a:t>
            </a:r>
            <a:r>
              <a:rPr kumimoji="1" lang="ja-JP" altLang="en-US" dirty="0"/>
              <a:t>行目が削除</a:t>
            </a:r>
            <a:r>
              <a:rPr lang="ja-JP" altLang="en-US" dirty="0"/>
              <a:t>され</a:t>
            </a:r>
            <a:r>
              <a:rPr kumimoji="1" lang="ja-JP" altLang="en-US" dirty="0"/>
              <a:t>，</a:t>
            </a:r>
            <a:r>
              <a:rPr kumimoji="1" lang="en-US" altLang="ja-JP" dirty="0"/>
              <a:t>10</a:t>
            </a:r>
            <a:r>
              <a:rPr kumimoji="1" lang="ja-JP" altLang="en-US" dirty="0"/>
              <a:t>行目と</a:t>
            </a:r>
            <a:r>
              <a:rPr kumimoji="1" lang="en-US" altLang="ja-JP" dirty="0"/>
              <a:t>11</a:t>
            </a:r>
            <a:r>
              <a:rPr kumimoji="1" lang="ja-JP" altLang="en-US" dirty="0"/>
              <a:t>行目が追加</a:t>
            </a:r>
            <a:endParaRPr kumimoji="1" lang="en-US" altLang="ja-JP" dirty="0"/>
          </a:p>
          <a:p>
            <a:r>
              <a:rPr lang="en-US" altLang="ja-JP" dirty="0"/>
              <a:t>8</a:t>
            </a:r>
            <a:r>
              <a:rPr lang="ja-JP" altLang="en-US" dirty="0"/>
              <a:t>行目と</a:t>
            </a:r>
            <a:r>
              <a:rPr lang="en-US" altLang="ja-JP" dirty="0"/>
              <a:t>10</a:t>
            </a:r>
            <a:r>
              <a:rPr lang="ja-JP" altLang="en-US" dirty="0"/>
              <a:t>行目が互いに打ち消し合う演算</a:t>
            </a:r>
            <a:endParaRPr lang="en-US" altLang="ja-JP" dirty="0"/>
          </a:p>
        </p:txBody>
      </p:sp>
      <p:sp>
        <p:nvSpPr>
          <p:cNvPr id="4" name="スライド番号プレースホルダー 3">
            <a:extLst>
              <a:ext uri="{FF2B5EF4-FFF2-40B4-BE49-F238E27FC236}">
                <a16:creationId xmlns:a16="http://schemas.microsoft.com/office/drawing/2014/main" id="{C08ED2EE-1EB6-4867-923B-648AB67162D0}"/>
              </a:ext>
            </a:extLst>
          </p:cNvPr>
          <p:cNvSpPr>
            <a:spLocks noGrp="1"/>
          </p:cNvSpPr>
          <p:nvPr>
            <p:ph type="sldNum" sz="quarter" idx="4"/>
          </p:nvPr>
        </p:nvSpPr>
        <p:spPr/>
        <p:txBody>
          <a:bodyPr/>
          <a:lstStyle/>
          <a:p>
            <a:fld id="{3D1E95EC-FA06-447C-B439-F51D604829FB}" type="slidenum">
              <a:rPr kumimoji="1" lang="ja-JP" altLang="en-US" smtClean="0"/>
              <a:pPr/>
              <a:t>12</a:t>
            </a:fld>
            <a:endParaRPr kumimoji="1" lang="ja-JP" altLang="en-US" dirty="0"/>
          </a:p>
        </p:txBody>
      </p:sp>
      <p:graphicFrame>
        <p:nvGraphicFramePr>
          <p:cNvPr id="7" name="表 6">
            <a:extLst>
              <a:ext uri="{FF2B5EF4-FFF2-40B4-BE49-F238E27FC236}">
                <a16:creationId xmlns:a16="http://schemas.microsoft.com/office/drawing/2014/main" id="{B7AAF04C-6992-408E-9215-40009E6D3733}"/>
              </a:ext>
            </a:extLst>
          </p:cNvPr>
          <p:cNvGraphicFramePr>
            <a:graphicFrameLocks noGrp="1"/>
          </p:cNvGraphicFramePr>
          <p:nvPr>
            <p:extLst>
              <p:ext uri="{D42A27DB-BD31-4B8C-83A1-F6EECF244321}">
                <p14:modId xmlns:p14="http://schemas.microsoft.com/office/powerpoint/2010/main" val="3028122333"/>
              </p:ext>
            </p:extLst>
          </p:nvPr>
        </p:nvGraphicFramePr>
        <p:xfrm>
          <a:off x="490944" y="1856795"/>
          <a:ext cx="7549812" cy="4519744"/>
        </p:xfrm>
        <a:graphic>
          <a:graphicData uri="http://schemas.openxmlformats.org/drawingml/2006/table">
            <a:tbl>
              <a:tblPr/>
              <a:tblGrid>
                <a:gridCol w="611760">
                  <a:extLst>
                    <a:ext uri="{9D8B030D-6E8A-4147-A177-3AD203B41FA5}">
                      <a16:colId xmlns:a16="http://schemas.microsoft.com/office/drawing/2014/main" val="2263939737"/>
                    </a:ext>
                  </a:extLst>
                </a:gridCol>
                <a:gridCol w="6938052">
                  <a:extLst>
                    <a:ext uri="{9D8B030D-6E8A-4147-A177-3AD203B41FA5}">
                      <a16:colId xmlns:a16="http://schemas.microsoft.com/office/drawing/2014/main" val="3946700886"/>
                    </a:ext>
                  </a:extLst>
                </a:gridCol>
              </a:tblGrid>
              <a:tr h="4519744">
                <a:tc>
                  <a:txBody>
                    <a:bodyPr/>
                    <a:lstStyle/>
                    <a:p>
                      <a:pPr algn="l"/>
                      <a:r>
                        <a:rPr kumimoji="1" lang="pt-BR" altLang="ja-JP" sz="2400" dirty="0">
                          <a:latin typeface="Consolas" panose="020B0609020204030204" pitchFamily="49" charset="0"/>
                          <a:ea typeface="Ricty Diminished" panose="020B0509020203020207" pitchFamily="49" charset="-128"/>
                        </a:rPr>
                        <a:t>1</a:t>
                      </a:r>
                    </a:p>
                    <a:p>
                      <a:pPr algn="l"/>
                      <a:r>
                        <a:rPr kumimoji="1" lang="pt-BR" altLang="ja-JP" sz="2400" dirty="0">
                          <a:latin typeface="Consolas" panose="020B0609020204030204" pitchFamily="49" charset="0"/>
                          <a:ea typeface="Ricty Diminished" panose="020B0509020203020207" pitchFamily="49" charset="-128"/>
                        </a:rPr>
                        <a:t>2</a:t>
                      </a:r>
                    </a:p>
                    <a:p>
                      <a:pPr algn="l"/>
                      <a:r>
                        <a:rPr kumimoji="1" lang="pt-BR" altLang="ja-JP" sz="2400" dirty="0">
                          <a:latin typeface="Consolas" panose="020B0609020204030204" pitchFamily="49" charset="0"/>
                          <a:ea typeface="Ricty Diminished" panose="020B0509020203020207" pitchFamily="49" charset="-128"/>
                        </a:rPr>
                        <a:t>3</a:t>
                      </a:r>
                    </a:p>
                    <a:p>
                      <a:pPr algn="l"/>
                      <a:r>
                        <a:rPr kumimoji="1" lang="pt-BR" altLang="ja-JP" sz="2400" dirty="0">
                          <a:latin typeface="Consolas" panose="020B0609020204030204" pitchFamily="49" charset="0"/>
                          <a:ea typeface="Ricty Diminished" panose="020B0509020203020207" pitchFamily="49" charset="-128"/>
                        </a:rPr>
                        <a:t>4</a:t>
                      </a:r>
                    </a:p>
                    <a:p>
                      <a:pPr algn="l"/>
                      <a:r>
                        <a:rPr kumimoji="1" lang="pt-BR" altLang="ja-JP" sz="2400" dirty="0">
                          <a:latin typeface="Consolas" panose="020B0609020204030204" pitchFamily="49" charset="0"/>
                          <a:ea typeface="Ricty Diminished" panose="020B0509020203020207" pitchFamily="49" charset="-128"/>
                        </a:rPr>
                        <a:t>5</a:t>
                      </a:r>
                    </a:p>
                    <a:p>
                      <a:pPr algn="l"/>
                      <a:r>
                        <a:rPr kumimoji="1" lang="pt-BR" altLang="ja-JP" sz="2400" dirty="0">
                          <a:latin typeface="Consolas" panose="020B0609020204030204" pitchFamily="49" charset="0"/>
                          <a:ea typeface="Ricty Diminished" panose="020B0509020203020207" pitchFamily="49" charset="-128"/>
                        </a:rPr>
                        <a:t>6</a:t>
                      </a:r>
                    </a:p>
                    <a:p>
                      <a:pPr algn="l"/>
                      <a:r>
                        <a:rPr kumimoji="1" lang="pt-BR" altLang="ja-JP" sz="2400" dirty="0">
                          <a:latin typeface="Consolas" panose="020B0609020204030204" pitchFamily="49" charset="0"/>
                          <a:ea typeface="Ricty Diminished" panose="020B0509020203020207" pitchFamily="49" charset="-128"/>
                        </a:rPr>
                        <a:t>7</a:t>
                      </a:r>
                    </a:p>
                    <a:p>
                      <a:pPr algn="l"/>
                      <a:r>
                        <a:rPr kumimoji="1" lang="pt-BR" altLang="ja-JP" sz="2400" dirty="0">
                          <a:latin typeface="Consolas" panose="020B0609020204030204" pitchFamily="49" charset="0"/>
                          <a:ea typeface="Ricty Diminished" panose="020B0509020203020207" pitchFamily="49" charset="-128"/>
                        </a:rPr>
                        <a:t>8</a:t>
                      </a:r>
                    </a:p>
                    <a:p>
                      <a:pPr algn="l"/>
                      <a:r>
                        <a:rPr kumimoji="1" lang="pt-BR" altLang="ja-JP" sz="2400" dirty="0">
                          <a:latin typeface="Consolas" panose="020B0609020204030204" pitchFamily="49" charset="0"/>
                          <a:ea typeface="Ricty Diminished" panose="020B0509020203020207" pitchFamily="49" charset="-128"/>
                        </a:rPr>
                        <a:t>9</a:t>
                      </a:r>
                    </a:p>
                    <a:p>
                      <a:pPr algn="l"/>
                      <a:r>
                        <a:rPr kumimoji="1" lang="pt-BR" altLang="ja-JP" sz="2400" dirty="0">
                          <a:latin typeface="Consolas" panose="020B0609020204030204" pitchFamily="49" charset="0"/>
                          <a:ea typeface="Ricty Diminished" panose="020B0509020203020207" pitchFamily="49" charset="-128"/>
                        </a:rPr>
                        <a:t>10</a:t>
                      </a:r>
                    </a:p>
                    <a:p>
                      <a:pPr algn="l"/>
                      <a:r>
                        <a:rPr kumimoji="1" lang="pt-BR" altLang="ja-JP" sz="2400" dirty="0">
                          <a:latin typeface="Consolas" panose="020B0609020204030204" pitchFamily="49" charset="0"/>
                          <a:ea typeface="Ricty Diminished" panose="020B0509020203020207" pitchFamily="49" charset="-128"/>
                        </a:rPr>
                        <a:t>11</a:t>
                      </a:r>
                    </a:p>
                    <a:p>
                      <a:pPr algn="l"/>
                      <a:r>
                        <a:rPr kumimoji="1" lang="pt-BR" altLang="ja-JP" sz="2400" dirty="0">
                          <a:latin typeface="Consolas" panose="020B0609020204030204" pitchFamily="49" charset="0"/>
                          <a:ea typeface="Ricty Diminished" panose="020B0509020203020207" pitchFamily="49" charset="-128"/>
                        </a:rPr>
                        <a:t>12</a:t>
                      </a:r>
                    </a:p>
                  </a:txBody>
                  <a:tcPr>
                    <a:lnL w="190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l"/>
                      <a:r>
                        <a:rPr kumimoji="1" lang="pt-BR" altLang="ja-JP" sz="2400" dirty="0">
                          <a:solidFill>
                            <a:schemeClr val="tx1"/>
                          </a:solidFill>
                          <a:latin typeface="Consolas" panose="020B0609020204030204" pitchFamily="49" charset="0"/>
                          <a:ea typeface="Ricty Diminished" panose="020B0509020203020207" pitchFamily="49" charset="-128"/>
                        </a:rPr>
                        <a:t>	public int close_to_zero(int n)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if (n == 0)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 else if (n &gt; 0)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a:t>
                      </a:r>
                    </a:p>
                    <a:p>
                      <a:pPr algn="l"/>
                      <a:r>
                        <a:rPr kumimoji="1" lang="pt-BR" altLang="ja-JP" sz="2400" dirty="0">
                          <a:solidFill>
                            <a:schemeClr val="tx1"/>
                          </a:solidFill>
                          <a:latin typeface="Consolas" panose="020B0609020204030204" pitchFamily="49" charset="0"/>
                          <a:ea typeface="Ricty Diminished" panose="020B0509020203020207" pitchFamily="49" charset="-128"/>
                        </a:rPr>
                        <a:t>		} else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a:t>
                      </a:r>
                    </a:p>
                    <a:p>
                      <a:pPr algn="l"/>
                      <a:r>
                        <a:rPr kumimoji="1" lang="pt-BR" altLang="ja-JP" sz="2400" dirty="0">
                          <a:solidFill>
                            <a:schemeClr val="tx1"/>
                          </a:solidFill>
                          <a:latin typeface="Consolas" panose="020B0609020204030204" pitchFamily="49" charset="0"/>
                          <a:ea typeface="Ricty Diminished" panose="020B0509020203020207" pitchFamily="49" charset="-128"/>
                        </a:rPr>
                        <a:t>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 // bug here</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return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return n;</a:t>
                      </a:r>
                    </a:p>
                    <a:p>
                      <a:pPr algn="l"/>
                      <a:r>
                        <a:rPr kumimoji="1" lang="pt-BR" altLang="ja-JP" sz="2400" dirty="0">
                          <a:latin typeface="Consolas" panose="020B0609020204030204" pitchFamily="49" charset="0"/>
                          <a:ea typeface="Ricty Diminished" panose="020B0509020203020207" pitchFamily="49" charset="-128"/>
                        </a:rPr>
                        <a:t>	}</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mpd="sng">
                      <a:solidFill>
                        <a:schemeClr val="tx1"/>
                      </a:solidFill>
                      <a:prstDash val="soli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831808"/>
                  </a:ext>
                </a:extLst>
              </a:tr>
            </a:tbl>
          </a:graphicData>
        </a:graphic>
      </p:graphicFrame>
    </p:spTree>
    <p:extLst>
      <p:ext uri="{BB962C8B-B14F-4D97-AF65-F5344CB8AC3E}">
        <p14:creationId xmlns:p14="http://schemas.microsoft.com/office/powerpoint/2010/main" val="446234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177348-A6C6-4FE0-838D-4B0F0FF3B72D}"/>
              </a:ext>
            </a:extLst>
          </p:cNvPr>
          <p:cNvSpPr>
            <a:spLocks noGrp="1"/>
          </p:cNvSpPr>
          <p:nvPr>
            <p:ph type="title"/>
          </p:nvPr>
        </p:nvSpPr>
        <p:spPr/>
        <p:txBody>
          <a:bodyPr/>
          <a:lstStyle/>
          <a:p>
            <a:r>
              <a:rPr kumimoji="1" lang="ja-JP" altLang="en-US" dirty="0"/>
              <a:t>研究概要</a:t>
            </a:r>
          </a:p>
        </p:txBody>
      </p:sp>
      <p:sp>
        <p:nvSpPr>
          <p:cNvPr id="3" name="コンテンツ プレースホルダー 2">
            <a:extLst>
              <a:ext uri="{FF2B5EF4-FFF2-40B4-BE49-F238E27FC236}">
                <a16:creationId xmlns:a16="http://schemas.microsoft.com/office/drawing/2014/main" id="{A37C2BEF-F094-4DA8-9910-A67549BE0AB3}"/>
              </a:ext>
            </a:extLst>
          </p:cNvPr>
          <p:cNvSpPr>
            <a:spLocks noGrp="1"/>
          </p:cNvSpPr>
          <p:nvPr>
            <p:ph idx="1"/>
          </p:nvPr>
        </p:nvSpPr>
        <p:spPr/>
        <p:txBody>
          <a:bodyPr/>
          <a:lstStyle/>
          <a:p>
            <a:r>
              <a:rPr lang="ja-JP" altLang="en-US" dirty="0"/>
              <a:t>目的</a:t>
            </a:r>
            <a:endParaRPr lang="en-US" altLang="ja-JP" dirty="0"/>
          </a:p>
          <a:p>
            <a:pPr lvl="1"/>
            <a:r>
              <a:rPr lang="ja-JP" altLang="en-US" dirty="0"/>
              <a:t>遺伝的アルゴリズムを用いた自動プログラム修正の</a:t>
            </a:r>
            <a:br>
              <a:rPr lang="en-US" altLang="ja-JP" dirty="0"/>
            </a:br>
            <a:r>
              <a:rPr lang="ja-JP" altLang="en-US" dirty="0"/>
              <a:t>可読性向上</a:t>
            </a:r>
            <a:endParaRPr lang="en-US" altLang="ja-JP" dirty="0"/>
          </a:p>
          <a:p>
            <a:r>
              <a:rPr lang="ja-JP" altLang="en-US" dirty="0"/>
              <a:t>内容</a:t>
            </a:r>
            <a:endParaRPr lang="en-US" altLang="ja-JP" dirty="0"/>
          </a:p>
          <a:p>
            <a:pPr marL="914400" lvl="1" indent="-457200">
              <a:buFont typeface="+mj-lt"/>
              <a:buAutoNum type="arabicPeriod"/>
            </a:pPr>
            <a:r>
              <a:rPr lang="ja-JP" altLang="en-US" spc="-100" dirty="0"/>
              <a:t>可読性が高いコードとの類似度を考慮した手法を提案</a:t>
            </a:r>
            <a:endParaRPr lang="en-US" altLang="ja-JP" spc="-100" dirty="0"/>
          </a:p>
          <a:p>
            <a:pPr marL="914400" lvl="1" indent="-457200">
              <a:buFont typeface="+mj-lt"/>
              <a:buAutoNum type="arabicPeriod"/>
            </a:pPr>
            <a:r>
              <a:rPr lang="ja-JP" altLang="en-US" spc="-100" dirty="0"/>
              <a:t>提案手法の有効性を検証</a:t>
            </a:r>
            <a:endParaRPr lang="en-US" altLang="ja-JP" spc="-100" dirty="0"/>
          </a:p>
        </p:txBody>
      </p:sp>
      <p:sp>
        <p:nvSpPr>
          <p:cNvPr id="4" name="スライド番号プレースホルダー 3">
            <a:extLst>
              <a:ext uri="{FF2B5EF4-FFF2-40B4-BE49-F238E27FC236}">
                <a16:creationId xmlns:a16="http://schemas.microsoft.com/office/drawing/2014/main" id="{D013182D-64B4-4540-86A6-77E0B946D2F4}"/>
              </a:ext>
            </a:extLst>
          </p:cNvPr>
          <p:cNvSpPr>
            <a:spLocks noGrp="1"/>
          </p:cNvSpPr>
          <p:nvPr>
            <p:ph type="sldNum" sz="quarter" idx="4"/>
          </p:nvPr>
        </p:nvSpPr>
        <p:spPr/>
        <p:txBody>
          <a:bodyPr/>
          <a:lstStyle/>
          <a:p>
            <a:fld id="{3D1E95EC-FA06-447C-B439-F51D604829FB}" type="slidenum">
              <a:rPr kumimoji="1" lang="ja-JP" altLang="en-US" smtClean="0"/>
              <a:pPr/>
              <a:t>13</a:t>
            </a:fld>
            <a:endParaRPr kumimoji="1" lang="ja-JP" altLang="en-US" dirty="0"/>
          </a:p>
        </p:txBody>
      </p:sp>
      <p:pic>
        <p:nvPicPr>
          <p:cNvPr id="32" name="図 33" descr="紙 単色塗りつぶし">
            <a:extLst>
              <a:ext uri="{FF2B5EF4-FFF2-40B4-BE49-F238E27FC236}">
                <a16:creationId xmlns:a16="http://schemas.microsoft.com/office/drawing/2014/main" id="{5CCCA575-F685-4239-B6F1-4AAE239249D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270805" y="4457086"/>
            <a:ext cx="776950" cy="776950"/>
          </a:xfrm>
          <a:prstGeom prst="rect">
            <a:avLst/>
          </a:prstGeom>
        </p:spPr>
      </p:pic>
      <p:sp>
        <p:nvSpPr>
          <p:cNvPr id="33" name="正方形/長方形 32">
            <a:extLst>
              <a:ext uri="{FF2B5EF4-FFF2-40B4-BE49-F238E27FC236}">
                <a16:creationId xmlns:a16="http://schemas.microsoft.com/office/drawing/2014/main" id="{A35CF947-7F90-45C4-9F95-9AF7D95B1013}"/>
              </a:ext>
            </a:extLst>
          </p:cNvPr>
          <p:cNvSpPr/>
          <p:nvPr/>
        </p:nvSpPr>
        <p:spPr>
          <a:xfrm>
            <a:off x="3363518" y="4459279"/>
            <a:ext cx="480179" cy="624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2F22BDDB-8A54-4547-8471-3833A9D3CD4C}"/>
              </a:ext>
            </a:extLst>
          </p:cNvPr>
          <p:cNvPicPr>
            <a:picLocks noChangeAspect="1"/>
          </p:cNvPicPr>
          <p:nvPr/>
        </p:nvPicPr>
        <p:blipFill>
          <a:blip r:embed="rId5"/>
          <a:stretch>
            <a:fillRect/>
          </a:stretch>
        </p:blipFill>
        <p:spPr>
          <a:xfrm>
            <a:off x="1221569" y="4362150"/>
            <a:ext cx="552787" cy="714579"/>
          </a:xfrm>
          <a:prstGeom prst="rect">
            <a:avLst/>
          </a:prstGeom>
        </p:spPr>
      </p:pic>
      <p:pic>
        <p:nvPicPr>
          <p:cNvPr id="35" name="図 8" descr="ドキュメント 単色塗りつぶし">
            <a:extLst>
              <a:ext uri="{FF2B5EF4-FFF2-40B4-BE49-F238E27FC236}">
                <a16:creationId xmlns:a16="http://schemas.microsoft.com/office/drawing/2014/main" id="{47100567-90C0-4005-9C7F-36F3DB86EE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3121144" y="4287418"/>
            <a:ext cx="843717" cy="843717"/>
          </a:xfrm>
          <a:prstGeom prst="rect">
            <a:avLst/>
          </a:prstGeom>
        </p:spPr>
      </p:pic>
      <p:sp>
        <p:nvSpPr>
          <p:cNvPr id="36" name="テキスト ボックス 35">
            <a:extLst>
              <a:ext uri="{FF2B5EF4-FFF2-40B4-BE49-F238E27FC236}">
                <a16:creationId xmlns:a16="http://schemas.microsoft.com/office/drawing/2014/main" id="{7FBBEF4B-9470-40F7-9B43-37F11381F84B}"/>
              </a:ext>
            </a:extLst>
          </p:cNvPr>
          <p:cNvSpPr txBox="1"/>
          <p:nvPr/>
        </p:nvSpPr>
        <p:spPr>
          <a:xfrm>
            <a:off x="1017969" y="5176540"/>
            <a:ext cx="954108" cy="400110"/>
          </a:xfrm>
          <a:prstGeom prst="rect">
            <a:avLst/>
          </a:prstGeom>
          <a:noFill/>
        </p:spPr>
        <p:txBody>
          <a:bodyPr wrap="none" rtlCol="0">
            <a:spAutoFit/>
          </a:bodyPr>
          <a:lstStyle/>
          <a:p>
            <a:pPr algn="ctr"/>
            <a:r>
              <a:rPr kumimoji="1" lang="ja-JP" altLang="en-US" sz="2000" dirty="0"/>
              <a:t>修正前</a:t>
            </a:r>
          </a:p>
        </p:txBody>
      </p:sp>
      <p:cxnSp>
        <p:nvCxnSpPr>
          <p:cNvPr id="37" name="直線矢印コネクタ 36">
            <a:extLst>
              <a:ext uri="{FF2B5EF4-FFF2-40B4-BE49-F238E27FC236}">
                <a16:creationId xmlns:a16="http://schemas.microsoft.com/office/drawing/2014/main" id="{1A38C197-55B0-4259-89AB-1DB3BDDA3A46}"/>
              </a:ext>
            </a:extLst>
          </p:cNvPr>
          <p:cNvCxnSpPr>
            <a:cxnSpLocks/>
          </p:cNvCxnSpPr>
          <p:nvPr/>
        </p:nvCxnSpPr>
        <p:spPr>
          <a:xfrm>
            <a:off x="4096961" y="4741960"/>
            <a:ext cx="94515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8" name="直線矢印コネクタ 37">
            <a:extLst>
              <a:ext uri="{FF2B5EF4-FFF2-40B4-BE49-F238E27FC236}">
                <a16:creationId xmlns:a16="http://schemas.microsoft.com/office/drawing/2014/main" id="{3CFCC45D-14E1-4019-ACCC-A14064AD3A95}"/>
              </a:ext>
            </a:extLst>
          </p:cNvPr>
          <p:cNvCxnSpPr>
            <a:cxnSpLocks/>
          </p:cNvCxnSpPr>
          <p:nvPr/>
        </p:nvCxnSpPr>
        <p:spPr>
          <a:xfrm flipH="1" flipV="1">
            <a:off x="3692526" y="5313405"/>
            <a:ext cx="500668" cy="40299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39" name="図 33" descr="ドキュメント 単色塗りつぶし">
            <a:extLst>
              <a:ext uri="{FF2B5EF4-FFF2-40B4-BE49-F238E27FC236}">
                <a16:creationId xmlns:a16="http://schemas.microsoft.com/office/drawing/2014/main" id="{6F4FB5F3-9A64-494B-A17E-AAC01FEB154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235123" y="4292118"/>
            <a:ext cx="854645" cy="854645"/>
          </a:xfrm>
          <a:prstGeom prst="rect">
            <a:avLst/>
          </a:prstGeom>
        </p:spPr>
      </p:pic>
      <p:sp>
        <p:nvSpPr>
          <p:cNvPr id="40" name="テキスト ボックス 39">
            <a:extLst>
              <a:ext uri="{FF2B5EF4-FFF2-40B4-BE49-F238E27FC236}">
                <a16:creationId xmlns:a16="http://schemas.microsoft.com/office/drawing/2014/main" id="{9D053A4F-3875-40CC-8948-0C35D85E0CCF}"/>
              </a:ext>
            </a:extLst>
          </p:cNvPr>
          <p:cNvSpPr txBox="1"/>
          <p:nvPr/>
        </p:nvSpPr>
        <p:spPr>
          <a:xfrm>
            <a:off x="7181257" y="5173321"/>
            <a:ext cx="954108" cy="400110"/>
          </a:xfrm>
          <a:prstGeom prst="rect">
            <a:avLst/>
          </a:prstGeom>
          <a:noFill/>
        </p:spPr>
        <p:txBody>
          <a:bodyPr wrap="none" rtlCol="0">
            <a:spAutoFit/>
          </a:bodyPr>
          <a:lstStyle/>
          <a:p>
            <a:pPr algn="ctr"/>
            <a:r>
              <a:rPr kumimoji="1" lang="ja-JP" altLang="en-US" sz="2000" dirty="0"/>
              <a:t>修正後</a:t>
            </a:r>
          </a:p>
        </p:txBody>
      </p:sp>
      <p:sp>
        <p:nvSpPr>
          <p:cNvPr id="41" name="テキスト ボックス 40">
            <a:extLst>
              <a:ext uri="{FF2B5EF4-FFF2-40B4-BE49-F238E27FC236}">
                <a16:creationId xmlns:a16="http://schemas.microsoft.com/office/drawing/2014/main" id="{E5B0AC1E-791B-4C49-A8F7-4B9B0506824B}"/>
              </a:ext>
            </a:extLst>
          </p:cNvPr>
          <p:cNvSpPr txBox="1"/>
          <p:nvPr/>
        </p:nvSpPr>
        <p:spPr>
          <a:xfrm>
            <a:off x="4198887" y="4276621"/>
            <a:ext cx="697628" cy="400110"/>
          </a:xfrm>
          <a:prstGeom prst="rect">
            <a:avLst/>
          </a:prstGeom>
          <a:noFill/>
        </p:spPr>
        <p:txBody>
          <a:bodyPr wrap="none" rtlCol="0">
            <a:spAutoFit/>
          </a:bodyPr>
          <a:lstStyle/>
          <a:p>
            <a:pPr algn="ctr"/>
            <a:r>
              <a:rPr kumimoji="1" lang="ja-JP" altLang="en-US" sz="2000" dirty="0"/>
              <a:t>評価</a:t>
            </a:r>
            <a:endParaRPr kumimoji="1" lang="en-US" altLang="ja-JP" sz="2000" dirty="0"/>
          </a:p>
        </p:txBody>
      </p:sp>
      <p:sp>
        <p:nvSpPr>
          <p:cNvPr id="42" name="テキスト ボックス 41">
            <a:extLst>
              <a:ext uri="{FF2B5EF4-FFF2-40B4-BE49-F238E27FC236}">
                <a16:creationId xmlns:a16="http://schemas.microsoft.com/office/drawing/2014/main" id="{53B81C52-D9DE-47C4-8442-69147BA60898}"/>
              </a:ext>
            </a:extLst>
          </p:cNvPr>
          <p:cNvSpPr txBox="1"/>
          <p:nvPr/>
        </p:nvSpPr>
        <p:spPr>
          <a:xfrm>
            <a:off x="3220793" y="5546579"/>
            <a:ext cx="697628" cy="400110"/>
          </a:xfrm>
          <a:prstGeom prst="rect">
            <a:avLst/>
          </a:prstGeom>
          <a:noFill/>
        </p:spPr>
        <p:txBody>
          <a:bodyPr wrap="none" rtlCol="0">
            <a:spAutoFit/>
          </a:bodyPr>
          <a:lstStyle/>
          <a:p>
            <a:pPr algn="ctr"/>
            <a:r>
              <a:rPr kumimoji="1" lang="ja-JP" altLang="en-US" sz="2000" dirty="0"/>
              <a:t>生成</a:t>
            </a:r>
            <a:endParaRPr kumimoji="1" lang="en-US" altLang="ja-JP" sz="2000" dirty="0"/>
          </a:p>
        </p:txBody>
      </p:sp>
      <p:sp>
        <p:nvSpPr>
          <p:cNvPr id="43" name="テキスト ボックス 42">
            <a:extLst>
              <a:ext uri="{FF2B5EF4-FFF2-40B4-BE49-F238E27FC236}">
                <a16:creationId xmlns:a16="http://schemas.microsoft.com/office/drawing/2014/main" id="{1C18A3A5-0563-4731-829A-E5A064494294}"/>
              </a:ext>
            </a:extLst>
          </p:cNvPr>
          <p:cNvSpPr txBox="1"/>
          <p:nvPr/>
        </p:nvSpPr>
        <p:spPr>
          <a:xfrm>
            <a:off x="5331757" y="5555717"/>
            <a:ext cx="697628" cy="400110"/>
          </a:xfrm>
          <a:prstGeom prst="rect">
            <a:avLst/>
          </a:prstGeom>
          <a:noFill/>
        </p:spPr>
        <p:txBody>
          <a:bodyPr wrap="none" rtlCol="0">
            <a:spAutoFit/>
          </a:bodyPr>
          <a:lstStyle/>
          <a:p>
            <a:pPr algn="ctr"/>
            <a:r>
              <a:rPr kumimoji="1" lang="ja-JP" altLang="en-US" sz="2000" dirty="0"/>
              <a:t>選択</a:t>
            </a:r>
            <a:endParaRPr kumimoji="1" lang="en-US" altLang="ja-JP" sz="2000" dirty="0"/>
          </a:p>
        </p:txBody>
      </p:sp>
      <p:pic>
        <p:nvPicPr>
          <p:cNvPr id="44" name="図 33" descr="紙 単色塗りつぶし">
            <a:extLst>
              <a:ext uri="{FF2B5EF4-FFF2-40B4-BE49-F238E27FC236}">
                <a16:creationId xmlns:a16="http://schemas.microsoft.com/office/drawing/2014/main" id="{9B251299-D215-46A7-8EDE-44ED19DFAE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232227" y="4443408"/>
            <a:ext cx="776950" cy="776950"/>
          </a:xfrm>
          <a:prstGeom prst="rect">
            <a:avLst/>
          </a:prstGeom>
        </p:spPr>
      </p:pic>
      <p:sp>
        <p:nvSpPr>
          <p:cNvPr id="45" name="正方形/長方形 44">
            <a:extLst>
              <a:ext uri="{FF2B5EF4-FFF2-40B4-BE49-F238E27FC236}">
                <a16:creationId xmlns:a16="http://schemas.microsoft.com/office/drawing/2014/main" id="{B0336010-E578-4A2F-A856-E8C3CDDD0C0E}"/>
              </a:ext>
            </a:extLst>
          </p:cNvPr>
          <p:cNvSpPr/>
          <p:nvPr/>
        </p:nvSpPr>
        <p:spPr>
          <a:xfrm>
            <a:off x="5324940" y="4445601"/>
            <a:ext cx="480179" cy="624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6" name="図 8" descr="ドキュメント 単色塗りつぶし">
            <a:extLst>
              <a:ext uri="{FF2B5EF4-FFF2-40B4-BE49-F238E27FC236}">
                <a16:creationId xmlns:a16="http://schemas.microsoft.com/office/drawing/2014/main" id="{61C5E308-C17E-4326-B30C-E6F017995D2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5082566" y="4273740"/>
            <a:ext cx="843717" cy="843717"/>
          </a:xfrm>
          <a:prstGeom prst="rect">
            <a:avLst/>
          </a:prstGeom>
        </p:spPr>
      </p:pic>
      <p:pic>
        <p:nvPicPr>
          <p:cNvPr id="47" name="図 33" descr="紙 単色塗りつぶし">
            <a:extLst>
              <a:ext uri="{FF2B5EF4-FFF2-40B4-BE49-F238E27FC236}">
                <a16:creationId xmlns:a16="http://schemas.microsoft.com/office/drawing/2014/main" id="{ED856FAB-EA2D-4711-BE7C-8D1BC6FE15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365189" y="5603326"/>
            <a:ext cx="776950" cy="776950"/>
          </a:xfrm>
          <a:prstGeom prst="rect">
            <a:avLst/>
          </a:prstGeom>
        </p:spPr>
      </p:pic>
      <p:sp>
        <p:nvSpPr>
          <p:cNvPr id="48" name="正方形/長方形 47">
            <a:extLst>
              <a:ext uri="{FF2B5EF4-FFF2-40B4-BE49-F238E27FC236}">
                <a16:creationId xmlns:a16="http://schemas.microsoft.com/office/drawing/2014/main" id="{9833F723-5B23-4AEE-B88D-313CD1F725C6}"/>
              </a:ext>
            </a:extLst>
          </p:cNvPr>
          <p:cNvSpPr/>
          <p:nvPr/>
        </p:nvSpPr>
        <p:spPr>
          <a:xfrm>
            <a:off x="4457902" y="5605519"/>
            <a:ext cx="480179" cy="624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6" name="図 8" descr="ドキュメント 単色塗りつぶし">
            <a:extLst>
              <a:ext uri="{FF2B5EF4-FFF2-40B4-BE49-F238E27FC236}">
                <a16:creationId xmlns:a16="http://schemas.microsoft.com/office/drawing/2014/main" id="{FA0C1145-E32E-49E8-9016-1CE019A967C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215528" y="5433658"/>
            <a:ext cx="843717" cy="843717"/>
          </a:xfrm>
          <a:prstGeom prst="rect">
            <a:avLst/>
          </a:prstGeom>
        </p:spPr>
      </p:pic>
      <p:cxnSp>
        <p:nvCxnSpPr>
          <p:cNvPr id="70" name="直線矢印コネクタ 69">
            <a:extLst>
              <a:ext uri="{FF2B5EF4-FFF2-40B4-BE49-F238E27FC236}">
                <a16:creationId xmlns:a16="http://schemas.microsoft.com/office/drawing/2014/main" id="{28DB342C-F91E-400A-9B13-71498323EEFF}"/>
              </a:ext>
            </a:extLst>
          </p:cNvPr>
          <p:cNvCxnSpPr>
            <a:cxnSpLocks/>
          </p:cNvCxnSpPr>
          <p:nvPr/>
        </p:nvCxnSpPr>
        <p:spPr>
          <a:xfrm>
            <a:off x="2133808" y="4741960"/>
            <a:ext cx="94515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416EC0E4-5FEF-4A24-8C12-EE3A4A0FCF4C}"/>
              </a:ext>
            </a:extLst>
          </p:cNvPr>
          <p:cNvCxnSpPr>
            <a:cxnSpLocks/>
          </p:cNvCxnSpPr>
          <p:nvPr/>
        </p:nvCxnSpPr>
        <p:spPr>
          <a:xfrm>
            <a:off x="6144529" y="4741960"/>
            <a:ext cx="94515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83687105-BE41-4872-96CF-D794503B2A75}"/>
              </a:ext>
            </a:extLst>
          </p:cNvPr>
          <p:cNvCxnSpPr>
            <a:cxnSpLocks/>
          </p:cNvCxnSpPr>
          <p:nvPr/>
        </p:nvCxnSpPr>
        <p:spPr>
          <a:xfrm flipV="1">
            <a:off x="5102645" y="5297306"/>
            <a:ext cx="500668" cy="443291"/>
          </a:xfrm>
          <a:prstGeom prst="straightConnector1">
            <a:avLst/>
          </a:prstGeom>
          <a:ln w="76200">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73" name="四角形: 角を丸くする 72">
            <a:extLst>
              <a:ext uri="{FF2B5EF4-FFF2-40B4-BE49-F238E27FC236}">
                <a16:creationId xmlns:a16="http://schemas.microsoft.com/office/drawing/2014/main" id="{2F3EC917-B4F8-4E13-96BA-6E16604C0EC5}"/>
              </a:ext>
            </a:extLst>
          </p:cNvPr>
          <p:cNvSpPr/>
          <p:nvPr/>
        </p:nvSpPr>
        <p:spPr>
          <a:xfrm>
            <a:off x="2818260" y="3521872"/>
            <a:ext cx="3507479" cy="512070"/>
          </a:xfrm>
          <a:prstGeom prst="roundRect">
            <a:avLst/>
          </a:prstGeom>
          <a:solidFill>
            <a:schemeClr val="accent1">
              <a:lumMod val="60000"/>
              <a:lumOff val="4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テスト通過率＋可読性</a:t>
            </a:r>
          </a:p>
        </p:txBody>
      </p:sp>
      <p:sp>
        <p:nvSpPr>
          <p:cNvPr id="74" name="二等辺三角形 73">
            <a:extLst>
              <a:ext uri="{FF2B5EF4-FFF2-40B4-BE49-F238E27FC236}">
                <a16:creationId xmlns:a16="http://schemas.microsoft.com/office/drawing/2014/main" id="{126EC431-7957-4C2E-9631-0F0B6B475B5C}"/>
              </a:ext>
            </a:extLst>
          </p:cNvPr>
          <p:cNvSpPr/>
          <p:nvPr/>
        </p:nvSpPr>
        <p:spPr>
          <a:xfrm flipV="1">
            <a:off x="4170928" y="4032854"/>
            <a:ext cx="776985" cy="196194"/>
          </a:xfrm>
          <a:prstGeom prst="triangle">
            <a:avLst/>
          </a:prstGeom>
          <a:solidFill>
            <a:schemeClr val="accent1">
              <a:lumMod val="60000"/>
              <a:lumOff val="4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64694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177348-A6C6-4FE0-838D-4B0F0FF3B72D}"/>
              </a:ext>
            </a:extLst>
          </p:cNvPr>
          <p:cNvSpPr>
            <a:spLocks noGrp="1"/>
          </p:cNvSpPr>
          <p:nvPr>
            <p:ph type="title"/>
          </p:nvPr>
        </p:nvSpPr>
        <p:spPr/>
        <p:txBody>
          <a:bodyPr/>
          <a:lstStyle/>
          <a:p>
            <a:r>
              <a:rPr kumimoji="1" lang="ja-JP" altLang="en-US" dirty="0"/>
              <a:t>提案</a:t>
            </a:r>
            <a:r>
              <a:rPr lang="ja-JP" altLang="en-US" dirty="0"/>
              <a:t>手法</a:t>
            </a:r>
            <a:endParaRPr kumimoji="1" lang="ja-JP" altLang="en-US" dirty="0"/>
          </a:p>
        </p:txBody>
      </p:sp>
      <p:sp>
        <p:nvSpPr>
          <p:cNvPr id="3" name="コンテンツ プレースホルダー 2">
            <a:extLst>
              <a:ext uri="{FF2B5EF4-FFF2-40B4-BE49-F238E27FC236}">
                <a16:creationId xmlns:a16="http://schemas.microsoft.com/office/drawing/2014/main" id="{A37C2BEF-F094-4DA8-9910-A67549BE0AB3}"/>
              </a:ext>
            </a:extLst>
          </p:cNvPr>
          <p:cNvSpPr>
            <a:spLocks noGrp="1"/>
          </p:cNvSpPr>
          <p:nvPr>
            <p:ph idx="1"/>
          </p:nvPr>
        </p:nvSpPr>
        <p:spPr/>
        <p:txBody>
          <a:bodyPr/>
          <a:lstStyle/>
          <a:p>
            <a:r>
              <a:rPr lang="ja-JP" altLang="en-US" spc="-100" dirty="0"/>
              <a:t>評価値において可読性が高いコードとの類似度を考慮</a:t>
            </a:r>
            <a:endParaRPr lang="en-US" altLang="ja-JP" spc="-100" dirty="0"/>
          </a:p>
          <a:p>
            <a:r>
              <a:rPr lang="ja-JP" altLang="en-US" spc="-100" dirty="0"/>
              <a:t>類似度の計算には</a:t>
            </a:r>
            <a:r>
              <a:rPr lang="en-US" altLang="ja-JP" spc="-100" dirty="0" err="1"/>
              <a:t>GumTree</a:t>
            </a:r>
            <a:r>
              <a:rPr lang="en-US" altLang="ja-JP" baseline="30000" dirty="0"/>
              <a:t> 1) </a:t>
            </a:r>
            <a:r>
              <a:rPr lang="ja-JP" altLang="en-US" spc="-100" dirty="0"/>
              <a:t>を使用</a:t>
            </a:r>
            <a:endParaRPr lang="en-US" altLang="ja-JP" spc="-100" dirty="0"/>
          </a:p>
          <a:p>
            <a:pPr lvl="1"/>
            <a:r>
              <a:rPr lang="en-US" altLang="ja-JP" spc="-100" dirty="0"/>
              <a:t>AST</a:t>
            </a:r>
            <a:r>
              <a:rPr lang="ja-JP" altLang="en-US" spc="-100" dirty="0"/>
              <a:t>のノード単位でコードの差分を出力</a:t>
            </a:r>
            <a:endParaRPr lang="en-US" altLang="ja-JP" spc="-100" dirty="0"/>
          </a:p>
          <a:p>
            <a:endParaRPr lang="en-US" altLang="ja-JP" spc="-100" dirty="0"/>
          </a:p>
        </p:txBody>
      </p:sp>
      <p:sp>
        <p:nvSpPr>
          <p:cNvPr id="4" name="スライド番号プレースホルダー 3">
            <a:extLst>
              <a:ext uri="{FF2B5EF4-FFF2-40B4-BE49-F238E27FC236}">
                <a16:creationId xmlns:a16="http://schemas.microsoft.com/office/drawing/2014/main" id="{D013182D-64B4-4540-86A6-77E0B946D2F4}"/>
              </a:ext>
            </a:extLst>
          </p:cNvPr>
          <p:cNvSpPr>
            <a:spLocks noGrp="1"/>
          </p:cNvSpPr>
          <p:nvPr>
            <p:ph type="sldNum" sz="quarter" idx="4"/>
          </p:nvPr>
        </p:nvSpPr>
        <p:spPr/>
        <p:txBody>
          <a:bodyPr/>
          <a:lstStyle/>
          <a:p>
            <a:fld id="{3D1E95EC-FA06-447C-B439-F51D604829FB}" type="slidenum">
              <a:rPr kumimoji="1" lang="ja-JP" altLang="en-US" smtClean="0"/>
              <a:pPr/>
              <a:t>14</a:t>
            </a:fld>
            <a:endParaRPr kumimoji="1" lang="ja-JP" altLang="en-US"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AE4CEAC4-A579-47AB-AD5F-EEB2C3C48E57}"/>
                  </a:ext>
                </a:extLst>
              </p:cNvPr>
              <p:cNvSpPr txBox="1"/>
              <p:nvPr/>
            </p:nvSpPr>
            <p:spPr>
              <a:xfrm>
                <a:off x="3422865" y="2905780"/>
                <a:ext cx="2298269"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𝐹</m:t>
                      </m:r>
                      <m:r>
                        <a:rPr kumimoji="1" lang="en-US" altLang="ja-JP" sz="2800" i="1" smtClean="0">
                          <a:latin typeface="Cambria Math" panose="02040503050406030204" pitchFamily="18" charset="0"/>
                          <a:ea typeface="Cambria Math" panose="02040503050406030204" pitchFamily="18" charset="0"/>
                          <a:cs typeface="Arial" panose="020B0604020202020204" pitchFamily="34" charset="0"/>
                        </a:rPr>
                        <m:t>=</m:t>
                      </m:r>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𝑇</m:t>
                      </m:r>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m:t>
                      </m:r>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𝑆</m:t>
                      </m:r>
                    </m:oMath>
                  </m:oMathPara>
                </a14:m>
                <a:endParaRPr kumimoji="1" lang="en-US" altLang="ja-JP" sz="2800" dirty="0">
                  <a:latin typeface="Arial" panose="020B0604020202020204" pitchFamily="34" charset="0"/>
                  <a:ea typeface="ＭＳ ゴシック" panose="020B0609070205080204" pitchFamily="49" charset="-128"/>
                  <a:cs typeface="Arial" panose="020B0604020202020204" pitchFamily="34" charset="0"/>
                </a:endParaRPr>
              </a:p>
            </p:txBody>
          </p:sp>
        </mc:Choice>
        <mc:Fallback xmlns="">
          <p:sp>
            <p:nvSpPr>
              <p:cNvPr id="6" name="テキスト ボックス 5">
                <a:extLst>
                  <a:ext uri="{FF2B5EF4-FFF2-40B4-BE49-F238E27FC236}">
                    <a16:creationId xmlns:a16="http://schemas.microsoft.com/office/drawing/2014/main" id="{AE4CEAC4-A579-47AB-AD5F-EEB2C3C48E57}"/>
                  </a:ext>
                </a:extLst>
              </p:cNvPr>
              <p:cNvSpPr txBox="1">
                <a:spLocks noRot="1" noChangeAspect="1" noMove="1" noResize="1" noEditPoints="1" noAdjustHandles="1" noChangeArrowheads="1" noChangeShapeType="1" noTextEdit="1"/>
              </p:cNvSpPr>
              <p:nvPr/>
            </p:nvSpPr>
            <p:spPr>
              <a:xfrm>
                <a:off x="3422865" y="2905780"/>
                <a:ext cx="2298269" cy="523220"/>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31EF9EA0-628A-4C48-9FF5-5AE701E463A6}"/>
                  </a:ext>
                </a:extLst>
              </p:cNvPr>
              <p:cNvSpPr txBox="1"/>
              <p:nvPr/>
            </p:nvSpPr>
            <p:spPr>
              <a:xfrm>
                <a:off x="2120552" y="4490022"/>
                <a:ext cx="4966048" cy="1200329"/>
              </a:xfrm>
              <a:prstGeom prst="rect">
                <a:avLst/>
              </a:prstGeom>
              <a:noFill/>
            </p:spPr>
            <p:txBody>
              <a:bodyPr wrap="square">
                <a:spAutoFit/>
              </a:bodyPr>
              <a:lstStyle/>
              <a:p>
                <a14:m>
                  <m:oMath xmlns:m="http://schemas.openxmlformats.org/officeDocument/2006/math">
                    <m:r>
                      <a:rPr kumimoji="1" lang="en-US" altLang="ja-JP" sz="2400" i="1" smtClean="0">
                        <a:latin typeface="Cambria Math" panose="02040503050406030204" pitchFamily="18" charset="0"/>
                        <a:ea typeface="Cambria Math" panose="02040503050406030204" pitchFamily="18" charset="0"/>
                        <a:cs typeface="Arial" panose="020B0604020202020204" pitchFamily="34" charset="0"/>
                      </a:rPr>
                      <m:t>𝐹</m:t>
                    </m:r>
                    <m:r>
                      <a:rPr kumimoji="1" lang="ja-JP" altLang="en-US" sz="2400" i="1">
                        <a:latin typeface="Cambria Math" panose="02040503050406030204" pitchFamily="18" charset="0"/>
                        <a:ea typeface="Cambria Math" panose="02040503050406030204" pitchFamily="18" charset="0"/>
                        <a:cs typeface="Arial" panose="020B0604020202020204" pitchFamily="34" charset="0"/>
                      </a:rPr>
                      <m:t>：</m:t>
                    </m:r>
                  </m:oMath>
                </a14:m>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評価値</a:t>
                </a:r>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a:p>
                <a14:m>
                  <m:oMath xmlns:m="http://schemas.openxmlformats.org/officeDocument/2006/math">
                    <m:r>
                      <a:rPr kumimoji="1" lang="en-US" altLang="ja-JP" sz="2400" i="1">
                        <a:latin typeface="Cambria Math" panose="02040503050406030204" pitchFamily="18" charset="0"/>
                        <a:ea typeface="Cambria Math" panose="02040503050406030204" pitchFamily="18" charset="0"/>
                        <a:cs typeface="Arial" panose="020B0604020202020204" pitchFamily="34" charset="0"/>
                      </a:rPr>
                      <m:t>𝑇</m:t>
                    </m:r>
                    <m:r>
                      <a:rPr kumimoji="1" lang="ja-JP" altLang="en-US" sz="2400" i="1" smtClean="0">
                        <a:latin typeface="Cambria Math" panose="02040503050406030204" pitchFamily="18" charset="0"/>
                        <a:ea typeface="Cambria Math" panose="02040503050406030204" pitchFamily="18" charset="0"/>
                        <a:cs typeface="Arial" panose="020B0604020202020204" pitchFamily="34" charset="0"/>
                      </a:rPr>
                      <m:t>：</m:t>
                    </m:r>
                  </m:oMath>
                </a14:m>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テスト通過率</a:t>
                </a:r>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a:p>
                <a14:m>
                  <m:oMath xmlns:m="http://schemas.openxmlformats.org/officeDocument/2006/math">
                    <m:r>
                      <a:rPr kumimoji="1" lang="en-US" altLang="ja-JP" sz="2400" i="1">
                        <a:latin typeface="Cambria Math" panose="02040503050406030204" pitchFamily="18" charset="0"/>
                        <a:ea typeface="Cambria Math" panose="02040503050406030204" pitchFamily="18" charset="0"/>
                        <a:cs typeface="Arial" panose="020B0604020202020204" pitchFamily="34" charset="0"/>
                      </a:rPr>
                      <m:t>𝑆</m:t>
                    </m:r>
                    <m:r>
                      <a:rPr kumimoji="1" lang="ja-JP" altLang="en-US" sz="2400" i="0" smtClean="0">
                        <a:latin typeface="Cambria Math" panose="02040503050406030204" pitchFamily="18" charset="0"/>
                        <a:ea typeface="ＭＳ ゴシック" panose="020B0609070205080204" pitchFamily="49" charset="-128"/>
                        <a:cs typeface="Arial" panose="020B0604020202020204" pitchFamily="34" charset="0"/>
                      </a:rPr>
                      <m:t>：</m:t>
                    </m:r>
                    <m:r>
                      <a:rPr kumimoji="1" lang="ja-JP" altLang="en-US" sz="2400" i="1" smtClean="0">
                        <a:latin typeface="Cambria Math" panose="02040503050406030204" pitchFamily="18" charset="0"/>
                        <a:ea typeface="ＭＳ ゴシック" panose="020B0609070205080204" pitchFamily="49" charset="-128"/>
                        <a:cs typeface="Arial" panose="020B0604020202020204" pitchFamily="34" charset="0"/>
                      </a:rPr>
                      <m:t>可読性が高い</m:t>
                    </m:r>
                  </m:oMath>
                </a14:m>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コードとの類似度</a:t>
                </a:r>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p:txBody>
          </p:sp>
        </mc:Choice>
        <mc:Fallback xmlns="">
          <p:sp>
            <p:nvSpPr>
              <p:cNvPr id="7" name="テキスト ボックス 6">
                <a:extLst>
                  <a:ext uri="{FF2B5EF4-FFF2-40B4-BE49-F238E27FC236}">
                    <a16:creationId xmlns:a16="http://schemas.microsoft.com/office/drawing/2014/main" id="{31EF9EA0-628A-4C48-9FF5-5AE701E463A6}"/>
                  </a:ext>
                </a:extLst>
              </p:cNvPr>
              <p:cNvSpPr txBox="1">
                <a:spLocks noRot="1" noChangeAspect="1" noMove="1" noResize="1" noEditPoints="1" noAdjustHandles="1" noChangeArrowheads="1" noChangeShapeType="1" noTextEdit="1"/>
              </p:cNvSpPr>
              <p:nvPr/>
            </p:nvSpPr>
            <p:spPr>
              <a:xfrm>
                <a:off x="2120552" y="4490022"/>
                <a:ext cx="4966048" cy="1200329"/>
              </a:xfrm>
              <a:prstGeom prst="rect">
                <a:avLst/>
              </a:prstGeom>
              <a:blipFill>
                <a:blip r:embed="rId4"/>
                <a:stretch>
                  <a:fillRect l="-368" t="-5612" r="-859" b="-9694"/>
                </a:stretch>
              </a:blipFill>
            </p:spPr>
            <p:txBody>
              <a:bodyPr/>
              <a:lstStyle/>
              <a:p>
                <a:r>
                  <a:rPr lang="ja-JP" altLang="en-US">
                    <a:noFill/>
                  </a:rPr>
                  <a:t> </a:t>
                </a:r>
              </a:p>
            </p:txBody>
          </p:sp>
        </mc:Fallback>
      </mc:AlternateContent>
      <p:sp>
        <p:nvSpPr>
          <p:cNvPr id="8" name="TextBox 3">
            <a:extLst>
              <a:ext uri="{FF2B5EF4-FFF2-40B4-BE49-F238E27FC236}">
                <a16:creationId xmlns:a16="http://schemas.microsoft.com/office/drawing/2014/main" id="{2FAFF9A7-BA3A-42DF-A30D-05D96447EEDF}"/>
              </a:ext>
            </a:extLst>
          </p:cNvPr>
          <p:cNvSpPr txBox="1"/>
          <p:nvPr/>
        </p:nvSpPr>
        <p:spPr>
          <a:xfrm>
            <a:off x="0" y="6150881"/>
            <a:ext cx="9144000"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ja-JP" sz="1400" dirty="0">
                <a:latin typeface="+mj-lt"/>
                <a:ea typeface="ＭＳ Ｐゴシック" panose="020B0600070205080204" pitchFamily="50" charset="-128"/>
              </a:rPr>
              <a:t>1)</a:t>
            </a:r>
            <a:r>
              <a:rPr lang="ja-JP" altLang="en-US" sz="1400" dirty="0">
                <a:latin typeface="+mj-lt"/>
                <a:ea typeface="ＭＳ Ｐゴシック" panose="020B0600070205080204" pitchFamily="50" charset="-128"/>
              </a:rPr>
              <a:t> </a:t>
            </a:r>
            <a:r>
              <a:rPr lang="en-US" altLang="ja-JP" sz="1400" dirty="0">
                <a:latin typeface="+mj-lt"/>
                <a:ea typeface="ＭＳ Ｐゴシック" panose="020B0600070205080204" pitchFamily="50" charset="-128"/>
              </a:rPr>
              <a:t>Fine-grained and accurate source code differencing. [J. </a:t>
            </a:r>
            <a:r>
              <a:rPr lang="en-US" altLang="ja-JP" sz="1400" dirty="0" err="1">
                <a:latin typeface="+mj-lt"/>
                <a:ea typeface="ＭＳ Ｐゴシック" panose="020B0600070205080204" pitchFamily="50" charset="-128"/>
              </a:rPr>
              <a:t>Fllerai</a:t>
            </a:r>
            <a:r>
              <a:rPr lang="en-US" altLang="ja-JP" sz="1400" dirty="0">
                <a:latin typeface="+mj-lt"/>
                <a:ea typeface="ＭＳ Ｐゴシック" panose="020B0600070205080204" pitchFamily="50" charset="-128"/>
              </a:rPr>
              <a:t> et al : 2014]</a:t>
            </a:r>
          </a:p>
        </p:txBody>
      </p:sp>
    </p:spTree>
    <p:extLst>
      <p:ext uri="{BB962C8B-B14F-4D97-AF65-F5344CB8AC3E}">
        <p14:creationId xmlns:p14="http://schemas.microsoft.com/office/powerpoint/2010/main" val="3958749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5B8DC2-EF19-41DB-A50F-905BAAB3EB34}"/>
              </a:ext>
            </a:extLst>
          </p:cNvPr>
          <p:cNvSpPr>
            <a:spLocks noGrp="1"/>
          </p:cNvSpPr>
          <p:nvPr>
            <p:ph type="title"/>
          </p:nvPr>
        </p:nvSpPr>
        <p:spPr/>
        <p:txBody>
          <a:bodyPr/>
          <a:lstStyle/>
          <a:p>
            <a:r>
              <a:rPr kumimoji="1" lang="ja-JP" altLang="en-US" dirty="0"/>
              <a:t>評価実験の概要</a:t>
            </a:r>
          </a:p>
        </p:txBody>
      </p:sp>
      <p:sp>
        <p:nvSpPr>
          <p:cNvPr id="3" name="コンテンツ プレースホルダー 2">
            <a:extLst>
              <a:ext uri="{FF2B5EF4-FFF2-40B4-BE49-F238E27FC236}">
                <a16:creationId xmlns:a16="http://schemas.microsoft.com/office/drawing/2014/main" id="{C337229D-9529-4C1D-B0BA-63202E90F5CA}"/>
              </a:ext>
            </a:extLst>
          </p:cNvPr>
          <p:cNvSpPr>
            <a:spLocks noGrp="1"/>
          </p:cNvSpPr>
          <p:nvPr>
            <p:ph idx="1"/>
          </p:nvPr>
        </p:nvSpPr>
        <p:spPr/>
        <p:txBody>
          <a:bodyPr>
            <a:normAutofit/>
          </a:bodyPr>
          <a:lstStyle/>
          <a:p>
            <a:r>
              <a:rPr lang="ja-JP" altLang="en-US" dirty="0"/>
              <a:t>実験目的</a:t>
            </a:r>
            <a:endParaRPr lang="en-US" altLang="ja-JP" dirty="0"/>
          </a:p>
          <a:p>
            <a:pPr lvl="1"/>
            <a:r>
              <a:rPr lang="ja-JP" altLang="en-US" dirty="0"/>
              <a:t>提案手法により可読性が向上するかを検証</a:t>
            </a:r>
            <a:endParaRPr lang="en-US" altLang="ja-JP" dirty="0"/>
          </a:p>
          <a:p>
            <a:r>
              <a:rPr lang="ja-JP" altLang="en-US" dirty="0"/>
              <a:t>実験手順</a:t>
            </a:r>
            <a:endParaRPr lang="en-US" altLang="ja-JP" dirty="0"/>
          </a:p>
          <a:p>
            <a:pPr marL="960438" lvl="1" indent="-514350">
              <a:buFont typeface="+mj-lt"/>
              <a:buAutoNum type="arabicPeriod"/>
            </a:pPr>
            <a:r>
              <a:rPr lang="ja-JP" altLang="en-US" dirty="0"/>
              <a:t>従来手法での修正時に無駄な処理が発生するコードを作成</a:t>
            </a:r>
            <a:endParaRPr lang="en-US" altLang="ja-JP" dirty="0"/>
          </a:p>
          <a:p>
            <a:pPr marL="960438" lvl="1" indent="-514350">
              <a:buFont typeface="+mj-lt"/>
              <a:buAutoNum type="arabicPeriod"/>
            </a:pPr>
            <a:r>
              <a:rPr lang="ja-JP" altLang="en-US" dirty="0"/>
              <a:t>可読性が高いコードを作成</a:t>
            </a:r>
            <a:endParaRPr lang="en-US" altLang="ja-JP" dirty="0"/>
          </a:p>
          <a:p>
            <a:pPr marL="960438" lvl="1" indent="-514350">
              <a:buFont typeface="+mj-lt"/>
              <a:buAutoNum type="arabicPeriod"/>
            </a:pPr>
            <a:r>
              <a:rPr lang="ja-JP" altLang="en-US" dirty="0"/>
              <a:t>提案手法での修正時に無駄な処理が排除できたか確認</a:t>
            </a:r>
            <a:endParaRPr lang="en-US" altLang="ja-JP" dirty="0"/>
          </a:p>
          <a:p>
            <a:r>
              <a:rPr lang="ja-JP" altLang="en-US" dirty="0"/>
              <a:t>実験題材</a:t>
            </a:r>
            <a:endParaRPr lang="en-US" altLang="ja-JP" dirty="0"/>
          </a:p>
          <a:p>
            <a:pPr lvl="1"/>
            <a:r>
              <a:rPr lang="ja-JP" altLang="en-US" dirty="0"/>
              <a:t>コード数　：</a:t>
            </a:r>
            <a:r>
              <a:rPr lang="en-US" altLang="ja-JP" dirty="0"/>
              <a:t>10</a:t>
            </a:r>
            <a:r>
              <a:rPr lang="ja-JP" altLang="en-US" dirty="0"/>
              <a:t>（</a:t>
            </a:r>
            <a:r>
              <a:rPr lang="en-US" altLang="ja-JP" dirty="0"/>
              <a:t>Java</a:t>
            </a:r>
            <a:r>
              <a:rPr lang="ja-JP" altLang="en-US" dirty="0"/>
              <a:t>）</a:t>
            </a:r>
            <a:endParaRPr lang="en-US" altLang="ja-JP" dirty="0"/>
          </a:p>
          <a:p>
            <a:pPr lvl="1"/>
            <a:r>
              <a:rPr lang="ja-JP" altLang="en-US" dirty="0"/>
              <a:t>平均行数　：</a:t>
            </a:r>
            <a:r>
              <a:rPr lang="en-US" altLang="ja-JP" dirty="0"/>
              <a:t>11.8</a:t>
            </a:r>
          </a:p>
          <a:p>
            <a:pPr lvl="1"/>
            <a:r>
              <a:rPr lang="ja-JP" altLang="en-US" dirty="0"/>
              <a:t>バグ行数　：</a:t>
            </a:r>
            <a:r>
              <a:rPr lang="en-US" altLang="ja-JP" dirty="0"/>
              <a:t>1</a:t>
            </a:r>
            <a:r>
              <a:rPr lang="ja-JP" altLang="en-US" dirty="0"/>
              <a:t>または</a:t>
            </a:r>
            <a:r>
              <a:rPr lang="en-US" altLang="ja-JP" dirty="0"/>
              <a:t>2</a:t>
            </a:r>
            <a:r>
              <a:rPr lang="ja-JP" altLang="en-US" dirty="0"/>
              <a:t>行</a:t>
            </a:r>
            <a:endParaRPr lang="en-US" altLang="ja-JP" dirty="0"/>
          </a:p>
          <a:p>
            <a:pPr lvl="1"/>
            <a:r>
              <a:rPr lang="ja-JP" altLang="en-US" dirty="0"/>
              <a:t>修正ツール：</a:t>
            </a:r>
            <a:r>
              <a:rPr lang="en-US" altLang="ja-JP" dirty="0" err="1"/>
              <a:t>kGenProg</a:t>
            </a:r>
            <a:endParaRPr lang="en-US" altLang="ja-JP" dirty="0"/>
          </a:p>
          <a:p>
            <a:r>
              <a:rPr lang="ja-JP" altLang="en-US" dirty="0"/>
              <a:t>実験条件</a:t>
            </a:r>
            <a:endParaRPr lang="en-US" altLang="ja-JP" dirty="0"/>
          </a:p>
          <a:p>
            <a:pPr lvl="1"/>
            <a:r>
              <a:rPr lang="ja-JP" altLang="en-US" dirty="0"/>
              <a:t>個体が出力される条件に類似度のしきい値を追加</a:t>
            </a:r>
            <a:endParaRPr lang="en-US" altLang="ja-JP" spc="-100" dirty="0"/>
          </a:p>
        </p:txBody>
      </p:sp>
      <p:sp>
        <p:nvSpPr>
          <p:cNvPr id="4" name="スライド番号プレースホルダー 3">
            <a:extLst>
              <a:ext uri="{FF2B5EF4-FFF2-40B4-BE49-F238E27FC236}">
                <a16:creationId xmlns:a16="http://schemas.microsoft.com/office/drawing/2014/main" id="{FADD19A4-6799-4F56-A30F-A8D851580787}"/>
              </a:ext>
            </a:extLst>
          </p:cNvPr>
          <p:cNvSpPr>
            <a:spLocks noGrp="1"/>
          </p:cNvSpPr>
          <p:nvPr>
            <p:ph type="sldNum" sz="quarter" idx="4"/>
          </p:nvPr>
        </p:nvSpPr>
        <p:spPr/>
        <p:txBody>
          <a:bodyPr/>
          <a:lstStyle/>
          <a:p>
            <a:fld id="{3D1E95EC-FA06-447C-B439-F51D604829FB}" type="slidenum">
              <a:rPr kumimoji="1" lang="ja-JP" altLang="en-US" smtClean="0"/>
              <a:pPr/>
              <a:t>15</a:t>
            </a:fld>
            <a:endParaRPr kumimoji="1" lang="ja-JP" altLang="en-US" dirty="0"/>
          </a:p>
        </p:txBody>
      </p:sp>
    </p:spTree>
    <p:extLst>
      <p:ext uri="{BB962C8B-B14F-4D97-AF65-F5344CB8AC3E}">
        <p14:creationId xmlns:p14="http://schemas.microsoft.com/office/powerpoint/2010/main" val="176948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F0B65-1110-4D95-BA96-6267733B076C}"/>
              </a:ext>
            </a:extLst>
          </p:cNvPr>
          <p:cNvSpPr>
            <a:spLocks noGrp="1"/>
          </p:cNvSpPr>
          <p:nvPr>
            <p:ph type="title"/>
          </p:nvPr>
        </p:nvSpPr>
        <p:spPr/>
        <p:txBody>
          <a:bodyPr/>
          <a:lstStyle/>
          <a:p>
            <a:r>
              <a:rPr lang="ja-JP" altLang="en-US" dirty="0"/>
              <a:t>実験題材のイメージ</a:t>
            </a:r>
            <a:endParaRPr kumimoji="1" lang="ja-JP" altLang="en-US" dirty="0"/>
          </a:p>
        </p:txBody>
      </p:sp>
      <p:sp>
        <p:nvSpPr>
          <p:cNvPr id="4" name="スライド番号プレースホルダー 3">
            <a:extLst>
              <a:ext uri="{FF2B5EF4-FFF2-40B4-BE49-F238E27FC236}">
                <a16:creationId xmlns:a16="http://schemas.microsoft.com/office/drawing/2014/main" id="{63A3D662-19B7-46B7-97F3-A2AE640EAE82}"/>
              </a:ext>
            </a:extLst>
          </p:cNvPr>
          <p:cNvSpPr>
            <a:spLocks noGrp="1"/>
          </p:cNvSpPr>
          <p:nvPr>
            <p:ph type="sldNum" sz="quarter" idx="4"/>
          </p:nvPr>
        </p:nvSpPr>
        <p:spPr/>
        <p:txBody>
          <a:bodyPr/>
          <a:lstStyle/>
          <a:p>
            <a:fld id="{3D1E95EC-FA06-447C-B439-F51D604829FB}" type="slidenum">
              <a:rPr kumimoji="1" lang="ja-JP" altLang="en-US" smtClean="0"/>
              <a:pPr/>
              <a:t>16</a:t>
            </a:fld>
            <a:endParaRPr kumimoji="1" lang="ja-JP" altLang="en-US" dirty="0"/>
          </a:p>
        </p:txBody>
      </p:sp>
      <p:sp>
        <p:nvSpPr>
          <p:cNvPr id="5" name="テキスト ボックス 4">
            <a:extLst>
              <a:ext uri="{FF2B5EF4-FFF2-40B4-BE49-F238E27FC236}">
                <a16:creationId xmlns:a16="http://schemas.microsoft.com/office/drawing/2014/main" id="{3B62AE16-3015-4C1F-ADC2-D2832BB48382}"/>
              </a:ext>
            </a:extLst>
          </p:cNvPr>
          <p:cNvSpPr txBox="1"/>
          <p:nvPr/>
        </p:nvSpPr>
        <p:spPr>
          <a:xfrm>
            <a:off x="3975652" y="2853846"/>
            <a:ext cx="914400" cy="914400"/>
          </a:xfrm>
          <a:prstGeom prst="rect">
            <a:avLst/>
          </a:prstGeom>
          <a:noFill/>
        </p:spPr>
        <p:txBody>
          <a:bodyPr wrap="square" rtlCol="0">
            <a:spAutoFit/>
          </a:bodyPr>
          <a:lstStyle/>
          <a:p>
            <a:pPr algn="l"/>
            <a:endParaRPr kumimoji="1" lang="ja-JP" altLang="en-US" sz="2000" dirty="0"/>
          </a:p>
        </p:txBody>
      </p:sp>
      <p:sp>
        <p:nvSpPr>
          <p:cNvPr id="10" name="テキスト ボックス 9">
            <a:extLst>
              <a:ext uri="{FF2B5EF4-FFF2-40B4-BE49-F238E27FC236}">
                <a16:creationId xmlns:a16="http://schemas.microsoft.com/office/drawing/2014/main" id="{C8383EBB-FB00-4DB5-8DF2-E6CAE8A5C294}"/>
              </a:ext>
            </a:extLst>
          </p:cNvPr>
          <p:cNvSpPr txBox="1"/>
          <p:nvPr/>
        </p:nvSpPr>
        <p:spPr>
          <a:xfrm>
            <a:off x="2786893" y="5833472"/>
            <a:ext cx="3570209" cy="461665"/>
          </a:xfrm>
          <a:prstGeom prst="rect">
            <a:avLst/>
          </a:prstGeom>
          <a:noFill/>
        </p:spPr>
        <p:txBody>
          <a:bodyPr wrap="none" rtlCol="0">
            <a:spAutoFit/>
          </a:bodyPr>
          <a:lstStyle/>
          <a:p>
            <a:pPr algn="ctr"/>
            <a:r>
              <a:rPr kumimoji="1" lang="ja-JP" altLang="en-US" sz="2400" dirty="0"/>
              <a:t>バグを打ち消す行を追加</a:t>
            </a:r>
          </a:p>
        </p:txBody>
      </p:sp>
      <p:graphicFrame>
        <p:nvGraphicFramePr>
          <p:cNvPr id="13" name="表 12">
            <a:extLst>
              <a:ext uri="{FF2B5EF4-FFF2-40B4-BE49-F238E27FC236}">
                <a16:creationId xmlns:a16="http://schemas.microsoft.com/office/drawing/2014/main" id="{680376E9-AB61-4C39-BD4F-D5CF0EF59D97}"/>
              </a:ext>
            </a:extLst>
          </p:cNvPr>
          <p:cNvGraphicFramePr>
            <a:graphicFrameLocks noGrp="1"/>
          </p:cNvGraphicFramePr>
          <p:nvPr>
            <p:extLst>
              <p:ext uri="{D42A27DB-BD31-4B8C-83A1-F6EECF244321}">
                <p14:modId xmlns:p14="http://schemas.microsoft.com/office/powerpoint/2010/main" val="3760323650"/>
              </p:ext>
            </p:extLst>
          </p:nvPr>
        </p:nvGraphicFramePr>
        <p:xfrm>
          <a:off x="2682754" y="4346786"/>
          <a:ext cx="3778489" cy="1361440"/>
        </p:xfrm>
        <a:graphic>
          <a:graphicData uri="http://schemas.openxmlformats.org/drawingml/2006/table">
            <a:tbl>
              <a:tblPr/>
              <a:tblGrid>
                <a:gridCol w="3778489">
                  <a:extLst>
                    <a:ext uri="{9D8B030D-6E8A-4147-A177-3AD203B41FA5}">
                      <a16:colId xmlns:a16="http://schemas.microsoft.com/office/drawing/2014/main" val="3946700886"/>
                    </a:ext>
                  </a:extLst>
                </a:gridCol>
              </a:tblGrid>
              <a:tr h="495050">
                <a:tc>
                  <a:txBody>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pt-BR" altLang="ja-JP" sz="2400" dirty="0">
                          <a:latin typeface="Consolas" panose="020B0609020204030204" pitchFamily="49" charset="0"/>
                          <a:ea typeface="Ricty Diminished" panose="020B0509020203020207" pitchFamily="49" charset="-128"/>
                        </a:rPr>
                        <a:t>     n++; </a:t>
                      </a:r>
                      <a:r>
                        <a:rPr kumimoji="1" lang="pt-BR" altLang="ja-JP" sz="2400" dirty="0">
                          <a:solidFill>
                            <a:schemeClr val="tx1"/>
                          </a:solidFill>
                          <a:latin typeface="Consolas" panose="020B0609020204030204" pitchFamily="49" charset="0"/>
                          <a:ea typeface="Ricty Diminished" panose="020B0509020203020207" pitchFamily="49" charset="-128"/>
                        </a:rPr>
                        <a:t>// bug here</a:t>
                      </a:r>
                      <a:endParaRPr kumimoji="1" lang="pt-BR" altLang="ja-JP" sz="2400" dirty="0">
                        <a:latin typeface="Consolas" panose="020B0609020204030204" pitchFamily="49" charset="0"/>
                        <a:ea typeface="Ricty Diminished" panose="020B0509020203020207" pitchFamily="49" charset="-128"/>
                      </a:endParaRPr>
                    </a:p>
                    <a:p>
                      <a:pPr algn="l">
                        <a:lnSpc>
                          <a:spcPts val="2500"/>
                        </a:lnSpc>
                      </a:pPr>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lnSpc>
                          <a:spcPts val="2500"/>
                        </a:lnSpc>
                      </a:pPr>
                      <a:r>
                        <a:rPr kumimoji="1" lang="pt-BR" altLang="ja-JP" sz="2400" dirty="0">
                          <a:solidFill>
                            <a:schemeClr val="tx1"/>
                          </a:solidFill>
                          <a:latin typeface="Consolas" panose="020B0609020204030204" pitchFamily="49" charset="0"/>
                          <a:ea typeface="Ricty Diminished" panose="020B0509020203020207" pitchFamily="49" charset="-128"/>
                        </a:rPr>
                        <a:t>     return n;</a:t>
                      </a:r>
                    </a:p>
                    <a:p>
                      <a:pPr algn="l">
                        <a:lnSpc>
                          <a:spcPts val="2500"/>
                        </a:lnSpc>
                      </a:pPr>
                      <a:r>
                        <a:rPr kumimoji="1" lang="pt-BR" altLang="ja-JP" sz="2400" dirty="0">
                          <a:latin typeface="Consolas" panose="020B0609020204030204" pitchFamily="49" charset="0"/>
                          <a:ea typeface="Ricty Diminished" panose="020B0509020203020207" pitchFamily="49" charset="-128"/>
                        </a:rPr>
                        <a:t>   }</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mpd="sng">
                      <a:solidFill>
                        <a:schemeClr val="tx1"/>
                      </a:solidFill>
                      <a:prstDash val="soli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831808"/>
                  </a:ext>
                </a:extLst>
              </a:tr>
            </a:tbl>
          </a:graphicData>
        </a:graphic>
      </p:graphicFrame>
      <p:graphicFrame>
        <p:nvGraphicFramePr>
          <p:cNvPr id="16" name="表 15">
            <a:extLst>
              <a:ext uri="{FF2B5EF4-FFF2-40B4-BE49-F238E27FC236}">
                <a16:creationId xmlns:a16="http://schemas.microsoft.com/office/drawing/2014/main" id="{E9DE137E-9299-4BFD-97ED-179BBD895F7D}"/>
              </a:ext>
            </a:extLst>
          </p:cNvPr>
          <p:cNvGraphicFramePr>
            <a:graphicFrameLocks noGrp="1"/>
          </p:cNvGraphicFramePr>
          <p:nvPr>
            <p:extLst>
              <p:ext uri="{D42A27DB-BD31-4B8C-83A1-F6EECF244321}">
                <p14:modId xmlns:p14="http://schemas.microsoft.com/office/powerpoint/2010/main" val="3130774055"/>
              </p:ext>
            </p:extLst>
          </p:nvPr>
        </p:nvGraphicFramePr>
        <p:xfrm>
          <a:off x="571963" y="1089073"/>
          <a:ext cx="3778489" cy="2313940"/>
        </p:xfrm>
        <a:graphic>
          <a:graphicData uri="http://schemas.openxmlformats.org/drawingml/2006/table">
            <a:tbl>
              <a:tblPr/>
              <a:tblGrid>
                <a:gridCol w="3778489">
                  <a:extLst>
                    <a:ext uri="{9D8B030D-6E8A-4147-A177-3AD203B41FA5}">
                      <a16:colId xmlns:a16="http://schemas.microsoft.com/office/drawing/2014/main" val="3946700886"/>
                    </a:ext>
                  </a:extLst>
                </a:gridCol>
              </a:tblGrid>
              <a:tr h="2026205">
                <a:tc>
                  <a:txBody>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pt-BR" altLang="ja-JP" sz="2400" dirty="0">
                          <a:solidFill>
                            <a:srgbClr val="F84330"/>
                          </a:solidFill>
                          <a:latin typeface="Consolas" panose="020B0609020204030204" pitchFamily="49" charset="0"/>
                          <a:ea typeface="Ricty Diminished" panose="020B0509020203020207" pitchFamily="49" charset="-128"/>
                        </a:rPr>
                        <a:t>-    n++; // bug here</a:t>
                      </a:r>
                    </a:p>
                    <a:p>
                      <a:pPr algn="l">
                        <a:lnSpc>
                          <a:spcPts val="2500"/>
                        </a:lnSpc>
                      </a:pPr>
                      <a:r>
                        <a:rPr kumimoji="1" lang="pt-BR" altLang="ja-JP" sz="2400" dirty="0">
                          <a:solidFill>
                            <a:srgbClr val="008A00"/>
                          </a:solidFill>
                          <a:latin typeface="Consolas" panose="020B0609020204030204" pitchFamily="49" charset="0"/>
                          <a:ea typeface="Ricty Diminished" panose="020B0509020203020207" pitchFamily="49" charset="-128"/>
                        </a:rPr>
                        <a:t>+    {</a:t>
                      </a:r>
                    </a:p>
                    <a:p>
                      <a:pPr marL="0" marR="0" lvl="0" indent="0" algn="l" defTabSz="914400" rtl="0" eaLnBrk="1" fontAlgn="auto" latinLnBrk="0" hangingPunct="1">
                        <a:lnSpc>
                          <a:spcPts val="2500"/>
                        </a:lnSpc>
                        <a:spcBef>
                          <a:spcPts val="0"/>
                        </a:spcBef>
                        <a:spcAft>
                          <a:spcPts val="0"/>
                        </a:spcAft>
                        <a:buClrTx/>
                        <a:buSzTx/>
                        <a:buFontTx/>
                        <a:buNone/>
                        <a:tabLst/>
                        <a:defRPr/>
                      </a:pPr>
                      <a:r>
                        <a:rPr kumimoji="1" lang="pt-BR" altLang="ja-JP" sz="2400" dirty="0">
                          <a:solidFill>
                            <a:srgbClr val="008A00"/>
                          </a:solidFill>
                          <a:latin typeface="Consolas" panose="020B0609020204030204" pitchFamily="49" charset="0"/>
                          <a:ea typeface="Ricty Diminished" panose="020B0509020203020207" pitchFamily="49" charset="-128"/>
                        </a:rPr>
                        <a:t>+      n++;</a:t>
                      </a:r>
                    </a:p>
                    <a:p>
                      <a:pPr marL="0" marR="0" lvl="0" indent="0" algn="l" defTabSz="914400" rtl="0" eaLnBrk="1" fontAlgn="auto" latinLnBrk="0" hangingPunct="1">
                        <a:lnSpc>
                          <a:spcPts val="2500"/>
                        </a:lnSpc>
                        <a:spcBef>
                          <a:spcPts val="0"/>
                        </a:spcBef>
                        <a:spcAft>
                          <a:spcPts val="0"/>
                        </a:spcAft>
                        <a:buClrTx/>
                        <a:buSzTx/>
                        <a:buFontTx/>
                        <a:buNone/>
                        <a:tabLst/>
                        <a:defRPr/>
                      </a:pPr>
                      <a:r>
                        <a:rPr kumimoji="1" lang="pt-BR" altLang="ja-JP" sz="2400" dirty="0">
                          <a:solidFill>
                            <a:srgbClr val="008A00"/>
                          </a:solidFill>
                          <a:latin typeface="Consolas" panose="020B0609020204030204" pitchFamily="49" charset="0"/>
                          <a:ea typeface="Ricty Diminished" panose="020B0509020203020207" pitchFamily="49" charset="-128"/>
                        </a:rPr>
                        <a:t>+      n--;</a:t>
                      </a:r>
                    </a:p>
                    <a:p>
                      <a:pPr marL="0" marR="0" lvl="0" indent="0" algn="l" defTabSz="914400" rtl="0" eaLnBrk="1" fontAlgn="auto" latinLnBrk="0" hangingPunct="1">
                        <a:lnSpc>
                          <a:spcPts val="2500"/>
                        </a:lnSpc>
                        <a:spcBef>
                          <a:spcPts val="0"/>
                        </a:spcBef>
                        <a:spcAft>
                          <a:spcPts val="0"/>
                        </a:spcAft>
                        <a:buClrTx/>
                        <a:buSzTx/>
                        <a:buFontTx/>
                        <a:buNone/>
                        <a:tabLst/>
                        <a:defRPr/>
                      </a:pPr>
                      <a:r>
                        <a:rPr kumimoji="1" lang="pt-BR" altLang="ja-JP" sz="2400" dirty="0">
                          <a:solidFill>
                            <a:srgbClr val="008A00"/>
                          </a:solidFill>
                          <a:latin typeface="Consolas" panose="020B0609020204030204" pitchFamily="49" charset="0"/>
                          <a:ea typeface="Ricty Diminished" panose="020B0509020203020207" pitchFamily="49" charset="-128"/>
                        </a:rPr>
                        <a:t>+    }</a:t>
                      </a:r>
                      <a:endParaRPr kumimoji="1" lang="pt-BR" altLang="ja-JP" sz="2400" dirty="0">
                        <a:solidFill>
                          <a:srgbClr val="F84330"/>
                        </a:solidFill>
                        <a:latin typeface="Consolas" panose="020B0609020204030204" pitchFamily="49" charset="0"/>
                        <a:ea typeface="Ricty Diminished" panose="020B0509020203020207" pitchFamily="49" charset="-128"/>
                      </a:endParaRPr>
                    </a:p>
                    <a:p>
                      <a:pPr algn="l">
                        <a:lnSpc>
                          <a:spcPts val="2500"/>
                        </a:lnSpc>
                      </a:pPr>
                      <a:r>
                        <a:rPr kumimoji="1" lang="pt-BR" altLang="ja-JP" sz="2400" dirty="0">
                          <a:solidFill>
                            <a:srgbClr val="F84330"/>
                          </a:solidFill>
                          <a:latin typeface="Consolas" panose="020B0609020204030204" pitchFamily="49" charset="0"/>
                          <a:ea typeface="Ricty Diminished" panose="020B0509020203020207" pitchFamily="49" charset="-128"/>
                        </a:rPr>
                        <a:t>     </a:t>
                      </a:r>
                      <a:r>
                        <a:rPr kumimoji="1" lang="pt-BR" altLang="ja-JP" sz="2400" dirty="0">
                          <a:solidFill>
                            <a:schemeClr val="tx1"/>
                          </a:solidFill>
                          <a:latin typeface="Consolas" panose="020B0609020204030204" pitchFamily="49" charset="0"/>
                          <a:ea typeface="Ricty Diminished" panose="020B0509020203020207" pitchFamily="49" charset="-128"/>
                        </a:rPr>
                        <a:t>return n;</a:t>
                      </a:r>
                    </a:p>
                    <a:p>
                      <a:pPr algn="l">
                        <a:lnSpc>
                          <a:spcPts val="2500"/>
                        </a:lnSpc>
                      </a:pPr>
                      <a:r>
                        <a:rPr kumimoji="1" lang="pt-BR" altLang="ja-JP" sz="2400" dirty="0">
                          <a:latin typeface="Consolas" panose="020B0609020204030204" pitchFamily="49" charset="0"/>
                          <a:ea typeface="Ricty Diminished" panose="020B0509020203020207" pitchFamily="49" charset="-128"/>
                        </a:rPr>
                        <a:t>  }</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mpd="sng">
                      <a:solidFill>
                        <a:schemeClr val="tx1"/>
                      </a:solidFill>
                      <a:prstDash val="soli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831808"/>
                  </a:ext>
                </a:extLst>
              </a:tr>
            </a:tbl>
          </a:graphicData>
        </a:graphic>
      </p:graphicFrame>
      <p:graphicFrame>
        <p:nvGraphicFramePr>
          <p:cNvPr id="17" name="表 16">
            <a:extLst>
              <a:ext uri="{FF2B5EF4-FFF2-40B4-BE49-F238E27FC236}">
                <a16:creationId xmlns:a16="http://schemas.microsoft.com/office/drawing/2014/main" id="{7C7124D7-E074-4DB1-A116-27312BC1AB06}"/>
              </a:ext>
            </a:extLst>
          </p:cNvPr>
          <p:cNvGraphicFramePr>
            <a:graphicFrameLocks noGrp="1"/>
          </p:cNvGraphicFramePr>
          <p:nvPr>
            <p:extLst>
              <p:ext uri="{D42A27DB-BD31-4B8C-83A1-F6EECF244321}">
                <p14:modId xmlns:p14="http://schemas.microsoft.com/office/powerpoint/2010/main" val="2343151974"/>
              </p:ext>
            </p:extLst>
          </p:nvPr>
        </p:nvGraphicFramePr>
        <p:xfrm>
          <a:off x="4793550" y="1083783"/>
          <a:ext cx="3778489" cy="2313940"/>
        </p:xfrm>
        <a:graphic>
          <a:graphicData uri="http://schemas.openxmlformats.org/drawingml/2006/table">
            <a:tbl>
              <a:tblPr/>
              <a:tblGrid>
                <a:gridCol w="3778489">
                  <a:extLst>
                    <a:ext uri="{9D8B030D-6E8A-4147-A177-3AD203B41FA5}">
                      <a16:colId xmlns:a16="http://schemas.microsoft.com/office/drawing/2014/main" val="3946700886"/>
                    </a:ext>
                  </a:extLst>
                </a:gridCol>
              </a:tblGrid>
              <a:tr h="1986702">
                <a:tc>
                  <a:txBody>
                    <a:bodyPr/>
                    <a:lstStyle/>
                    <a:p>
                      <a:pPr algn="l">
                        <a:lnSpc>
                          <a:spcPts val="2500"/>
                        </a:lnSpc>
                      </a:pPr>
                      <a:r>
                        <a:rPr kumimoji="1" lang="pt-BR" altLang="ja-JP" sz="2400" dirty="0">
                          <a:latin typeface="Consolas" panose="020B0609020204030204" pitchFamily="49" charset="0"/>
                          <a:ea typeface="Ricty Diminished" panose="020B0509020203020207" pitchFamily="49" charset="-128"/>
                        </a:rPr>
                        <a:t>     } else {</a:t>
                      </a:r>
                    </a:p>
                    <a:p>
                      <a:pPr algn="l">
                        <a:lnSpc>
                          <a:spcPts val="2500"/>
                        </a:lnSpc>
                      </a:pPr>
                      <a:r>
                        <a:rPr kumimoji="1" lang="pt-BR" altLang="ja-JP" sz="2400" dirty="0">
                          <a:latin typeface="Consolas" panose="020B0609020204030204" pitchFamily="49" charset="0"/>
                          <a:ea typeface="Ricty Diminished" panose="020B0509020203020207" pitchFamily="49" charset="-128"/>
                        </a:rPr>
                        <a:t>       n++;</a:t>
                      </a:r>
                    </a:p>
                    <a:p>
                      <a:pPr marL="0" marR="0" lvl="0" indent="0" algn="l" defTabSz="914400" rtl="0" eaLnBrk="1" fontAlgn="auto" latinLnBrk="0" hangingPunct="1">
                        <a:lnSpc>
                          <a:spcPts val="2500"/>
                        </a:lnSpc>
                        <a:spcBef>
                          <a:spcPts val="0"/>
                        </a:spcBef>
                        <a:spcAft>
                          <a:spcPts val="0"/>
                        </a:spcAft>
                        <a:buClrTx/>
                        <a:buSzTx/>
                        <a:buFontTx/>
                        <a:buNone/>
                        <a:tabLst/>
                        <a:defRPr/>
                      </a:pPr>
                      <a:r>
                        <a:rPr kumimoji="1" lang="pt-BR" altLang="ja-JP" sz="2400" dirty="0">
                          <a:solidFill>
                            <a:srgbClr val="008A00"/>
                          </a:solidFill>
                          <a:latin typeface="Consolas" panose="020B0609020204030204" pitchFamily="49" charset="0"/>
                          <a:ea typeface="Ricty Diminished" panose="020B0509020203020207" pitchFamily="49" charset="-128"/>
                        </a:rPr>
                        <a:t>+      return n;</a:t>
                      </a:r>
                      <a:endParaRPr kumimoji="1" lang="pt-BR" altLang="ja-JP" sz="2400" dirty="0">
                        <a:latin typeface="Consolas" panose="020B0609020204030204" pitchFamily="49" charset="0"/>
                        <a:ea typeface="Ricty Diminished" panose="020B0509020203020207" pitchFamily="49" charset="-128"/>
                      </a:endParaRPr>
                    </a:p>
                    <a:p>
                      <a:pPr algn="l">
                        <a:lnSpc>
                          <a:spcPts val="2500"/>
                        </a:lnSpc>
                      </a:pPr>
                      <a:r>
                        <a:rPr kumimoji="1" lang="pt-BR" altLang="ja-JP" sz="2400" dirty="0">
                          <a:latin typeface="Consolas" panose="020B0609020204030204" pitchFamily="49" charset="0"/>
                          <a:ea typeface="Ricty Diminished" panose="020B0509020203020207" pitchFamily="49" charset="-128"/>
                        </a:rPr>
                        <a:t>     }</a:t>
                      </a:r>
                    </a:p>
                    <a:p>
                      <a:pPr marL="0" marR="0" lvl="0" indent="0" algn="l" defTabSz="914400" rtl="0" eaLnBrk="1" fontAlgn="auto" latinLnBrk="0" hangingPunct="1">
                        <a:lnSpc>
                          <a:spcPts val="2500"/>
                        </a:lnSpc>
                        <a:spcBef>
                          <a:spcPts val="0"/>
                        </a:spcBef>
                        <a:spcAft>
                          <a:spcPts val="0"/>
                        </a:spcAft>
                        <a:buClrTx/>
                        <a:buSzTx/>
                        <a:buFontTx/>
                        <a:buNone/>
                        <a:tabLst/>
                        <a:defRPr/>
                      </a:pPr>
                      <a:r>
                        <a:rPr kumimoji="1" lang="pt-BR" altLang="ja-JP" sz="2400" dirty="0">
                          <a:solidFill>
                            <a:srgbClr val="F84330"/>
                          </a:solidFill>
                          <a:latin typeface="Consolas" panose="020B0609020204030204" pitchFamily="49" charset="0"/>
                          <a:ea typeface="Ricty Diminished" panose="020B0509020203020207" pitchFamily="49" charset="-128"/>
                        </a:rPr>
                        <a:t>-    n++; // bug here</a:t>
                      </a:r>
                    </a:p>
                    <a:p>
                      <a:pPr algn="l">
                        <a:lnSpc>
                          <a:spcPts val="2500"/>
                        </a:lnSpc>
                      </a:pPr>
                      <a:r>
                        <a:rPr kumimoji="1" lang="pt-BR" altLang="ja-JP" sz="2400" dirty="0">
                          <a:solidFill>
                            <a:schemeClr val="tx1"/>
                          </a:solidFill>
                          <a:latin typeface="Consolas" panose="020B0609020204030204" pitchFamily="49" charset="0"/>
                          <a:ea typeface="Ricty Diminished" panose="020B0509020203020207" pitchFamily="49" charset="-128"/>
                        </a:rPr>
                        <a:t>     return n;</a:t>
                      </a:r>
                    </a:p>
                    <a:p>
                      <a:pPr algn="l">
                        <a:lnSpc>
                          <a:spcPts val="2500"/>
                        </a:lnSpc>
                      </a:pPr>
                      <a:r>
                        <a:rPr kumimoji="1" lang="pt-BR" altLang="ja-JP" sz="2400" dirty="0">
                          <a:latin typeface="Consolas" panose="020B0609020204030204" pitchFamily="49" charset="0"/>
                          <a:ea typeface="Ricty Diminished" panose="020B0509020203020207" pitchFamily="49" charset="-128"/>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mpd="sng">
                      <a:solidFill>
                        <a:schemeClr val="tx1"/>
                      </a:solidFill>
                      <a:prstDash val="soli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831808"/>
                  </a:ext>
                </a:extLst>
              </a:tr>
            </a:tbl>
          </a:graphicData>
        </a:graphic>
      </p:graphicFrame>
      <p:sp>
        <p:nvSpPr>
          <p:cNvPr id="12" name="テキスト ボックス 11">
            <a:extLst>
              <a:ext uri="{FF2B5EF4-FFF2-40B4-BE49-F238E27FC236}">
                <a16:creationId xmlns:a16="http://schemas.microsoft.com/office/drawing/2014/main" id="{D31A50A4-8FA2-4487-9F75-14E83D41BC6A}"/>
              </a:ext>
            </a:extLst>
          </p:cNvPr>
          <p:cNvSpPr txBox="1"/>
          <p:nvPr/>
        </p:nvSpPr>
        <p:spPr>
          <a:xfrm>
            <a:off x="3402448" y="3529042"/>
            <a:ext cx="2339102" cy="461665"/>
          </a:xfrm>
          <a:prstGeom prst="rect">
            <a:avLst/>
          </a:prstGeom>
          <a:noFill/>
        </p:spPr>
        <p:txBody>
          <a:bodyPr wrap="none" rtlCol="0">
            <a:spAutoFit/>
          </a:bodyPr>
          <a:lstStyle/>
          <a:p>
            <a:pPr algn="ctr"/>
            <a:r>
              <a:rPr kumimoji="1" lang="ja-JP" altLang="en-US" sz="2400" dirty="0"/>
              <a:t>無駄な行を追加</a:t>
            </a:r>
          </a:p>
        </p:txBody>
      </p:sp>
    </p:spTree>
    <p:extLst>
      <p:ext uri="{BB962C8B-B14F-4D97-AF65-F5344CB8AC3E}">
        <p14:creationId xmlns:p14="http://schemas.microsoft.com/office/powerpoint/2010/main" val="1572781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966E11-6A36-449C-8E1A-39C63E547B0B}"/>
              </a:ext>
            </a:extLst>
          </p:cNvPr>
          <p:cNvSpPr>
            <a:spLocks noGrp="1"/>
          </p:cNvSpPr>
          <p:nvPr>
            <p:ph type="title"/>
          </p:nvPr>
        </p:nvSpPr>
        <p:spPr/>
        <p:txBody>
          <a:bodyPr/>
          <a:lstStyle/>
          <a:p>
            <a:r>
              <a:rPr kumimoji="1" lang="ja-JP" altLang="en-US" dirty="0"/>
              <a:t>実験結果および考察</a:t>
            </a:r>
          </a:p>
        </p:txBody>
      </p:sp>
      <p:sp>
        <p:nvSpPr>
          <p:cNvPr id="3" name="コンテンツ プレースホルダー 2">
            <a:extLst>
              <a:ext uri="{FF2B5EF4-FFF2-40B4-BE49-F238E27FC236}">
                <a16:creationId xmlns:a16="http://schemas.microsoft.com/office/drawing/2014/main" id="{86C2BF3D-99AD-46D5-8F24-655FF962FEB3}"/>
              </a:ext>
            </a:extLst>
          </p:cNvPr>
          <p:cNvSpPr>
            <a:spLocks noGrp="1"/>
          </p:cNvSpPr>
          <p:nvPr>
            <p:ph idx="1"/>
          </p:nvPr>
        </p:nvSpPr>
        <p:spPr/>
        <p:txBody>
          <a:bodyPr/>
          <a:lstStyle/>
          <a:p>
            <a:r>
              <a:rPr kumimoji="1" lang="ja-JP" altLang="en-US" dirty="0"/>
              <a:t>実験結果</a:t>
            </a:r>
            <a:endParaRPr kumimoji="1" lang="en-US" altLang="ja-JP" dirty="0"/>
          </a:p>
          <a:p>
            <a:pPr lvl="1"/>
            <a:r>
              <a:rPr kumimoji="1" lang="en-US" altLang="ja-JP" dirty="0"/>
              <a:t>10</a:t>
            </a:r>
            <a:r>
              <a:rPr lang="ja-JP" altLang="en-US" dirty="0"/>
              <a:t>個中</a:t>
            </a:r>
            <a:r>
              <a:rPr lang="en-US" altLang="ja-JP" dirty="0"/>
              <a:t>7</a:t>
            </a:r>
            <a:r>
              <a:rPr lang="ja-JP" altLang="en-US" dirty="0"/>
              <a:t>個のコードに可読性向上を確認</a:t>
            </a:r>
            <a:endParaRPr lang="en-US" altLang="ja-JP" dirty="0"/>
          </a:p>
          <a:p>
            <a:pPr lvl="1"/>
            <a:endParaRPr lang="en-US" altLang="ja-JP" dirty="0"/>
          </a:p>
          <a:p>
            <a:pPr lvl="1"/>
            <a:endParaRPr lang="en-US" altLang="ja-JP" dirty="0"/>
          </a:p>
          <a:p>
            <a:pPr marL="457200" lvl="1" indent="0">
              <a:buNone/>
            </a:pPr>
            <a:endParaRPr lang="en-US" altLang="ja-JP" dirty="0"/>
          </a:p>
          <a:p>
            <a:pPr marL="457200" lvl="1" indent="0">
              <a:buNone/>
            </a:pPr>
            <a:endParaRPr lang="en-US" altLang="ja-JP" dirty="0"/>
          </a:p>
          <a:p>
            <a:r>
              <a:rPr lang="ja-JP" altLang="en-US" dirty="0"/>
              <a:t>考察</a:t>
            </a:r>
            <a:endParaRPr lang="en-US" altLang="ja-JP" dirty="0"/>
          </a:p>
          <a:p>
            <a:pPr lvl="1"/>
            <a:r>
              <a:rPr lang="ja-JP" altLang="en-US" dirty="0"/>
              <a:t>しきい値を超える個体が生成されない場合に失敗</a:t>
            </a:r>
            <a:endParaRPr lang="en-US" altLang="ja-JP" dirty="0"/>
          </a:p>
          <a:p>
            <a:pPr lvl="2"/>
            <a:r>
              <a:rPr lang="ja-JP" altLang="en-US" dirty="0"/>
              <a:t>バグが複数ある場合にバグ限局ができず失敗する可能性が高い</a:t>
            </a:r>
            <a:endParaRPr lang="en-US" altLang="ja-JP" dirty="0"/>
          </a:p>
          <a:p>
            <a:pPr lvl="2"/>
            <a:r>
              <a:rPr lang="ja-JP" altLang="en-US" dirty="0"/>
              <a:t>一定時間が経過した時点で類似度が一番高い解個体を出力</a:t>
            </a:r>
            <a:endParaRPr lang="en-US" altLang="ja-JP" dirty="0"/>
          </a:p>
          <a:p>
            <a:pPr lvl="1"/>
            <a:r>
              <a:rPr lang="ja-JP" altLang="en-US" dirty="0"/>
              <a:t>行数が多い</a:t>
            </a:r>
            <a:r>
              <a:rPr kumimoji="1" lang="ja-JP" altLang="en-US" dirty="0"/>
              <a:t>場合に失敗</a:t>
            </a:r>
            <a:endParaRPr kumimoji="1" lang="en-US" altLang="ja-JP" dirty="0"/>
          </a:p>
          <a:p>
            <a:pPr lvl="2"/>
            <a:r>
              <a:rPr kumimoji="1" lang="ja-JP" altLang="en-US" dirty="0"/>
              <a:t>バグの箇所が相対的に少なくなり生成個体の類似度が高くなるため</a:t>
            </a:r>
            <a:endParaRPr kumimoji="1" lang="en-US" altLang="ja-JP" dirty="0"/>
          </a:p>
          <a:p>
            <a:pPr lvl="2"/>
            <a:r>
              <a:rPr kumimoji="1" lang="ja-JP" altLang="en-US" dirty="0"/>
              <a:t>行数によってしきい値を変更</a:t>
            </a:r>
            <a:endParaRPr kumimoji="1" lang="en-US" altLang="ja-JP" dirty="0"/>
          </a:p>
          <a:p>
            <a:pPr lvl="2"/>
            <a:r>
              <a:rPr kumimoji="1" lang="ja-JP" altLang="en-US" dirty="0"/>
              <a:t>類似度算出</a:t>
            </a:r>
            <a:r>
              <a:rPr lang="ja-JP" altLang="en-US" dirty="0"/>
              <a:t>の範囲</a:t>
            </a:r>
            <a:r>
              <a:rPr kumimoji="1" lang="ja-JP" altLang="en-US" dirty="0"/>
              <a:t>をバグを含むメソッドに限定</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C525271-6F97-4B8F-BF2D-E2696D0BBECD}"/>
              </a:ext>
            </a:extLst>
          </p:cNvPr>
          <p:cNvSpPr>
            <a:spLocks noGrp="1"/>
          </p:cNvSpPr>
          <p:nvPr>
            <p:ph type="sldNum" sz="quarter" idx="4"/>
          </p:nvPr>
        </p:nvSpPr>
        <p:spPr/>
        <p:txBody>
          <a:bodyPr/>
          <a:lstStyle/>
          <a:p>
            <a:fld id="{3D1E95EC-FA06-447C-B439-F51D604829FB}" type="slidenum">
              <a:rPr kumimoji="1" lang="ja-JP" altLang="en-US" smtClean="0"/>
              <a:pPr/>
              <a:t>17</a:t>
            </a:fld>
            <a:endParaRPr kumimoji="1" lang="ja-JP" altLang="en-US" dirty="0"/>
          </a:p>
        </p:txBody>
      </p:sp>
      <p:graphicFrame>
        <p:nvGraphicFramePr>
          <p:cNvPr id="6" name="表 6">
            <a:extLst>
              <a:ext uri="{FF2B5EF4-FFF2-40B4-BE49-F238E27FC236}">
                <a16:creationId xmlns:a16="http://schemas.microsoft.com/office/drawing/2014/main" id="{917B8F83-57C8-47D3-A24D-06781F200894}"/>
              </a:ext>
            </a:extLst>
          </p:cNvPr>
          <p:cNvGraphicFramePr>
            <a:graphicFrameLocks noGrp="1"/>
          </p:cNvGraphicFramePr>
          <p:nvPr>
            <p:extLst>
              <p:ext uri="{D42A27DB-BD31-4B8C-83A1-F6EECF244321}">
                <p14:modId xmlns:p14="http://schemas.microsoft.com/office/powerpoint/2010/main" val="3248641660"/>
              </p:ext>
            </p:extLst>
          </p:nvPr>
        </p:nvGraphicFramePr>
        <p:xfrm>
          <a:off x="1135623" y="1888159"/>
          <a:ext cx="6872752" cy="1188720"/>
        </p:xfrm>
        <a:graphic>
          <a:graphicData uri="http://schemas.openxmlformats.org/drawingml/2006/table">
            <a:tbl>
              <a:tblPr firstRow="1" bandRow="1">
                <a:tableStyleId>{5940675A-B579-460E-94D1-54222C63F5DA}</a:tableStyleId>
              </a:tblPr>
              <a:tblGrid>
                <a:gridCol w="1750714">
                  <a:extLst>
                    <a:ext uri="{9D8B030D-6E8A-4147-A177-3AD203B41FA5}">
                      <a16:colId xmlns:a16="http://schemas.microsoft.com/office/drawing/2014/main" val="492103030"/>
                    </a:ext>
                  </a:extLst>
                </a:gridCol>
                <a:gridCol w="68828">
                  <a:extLst>
                    <a:ext uri="{9D8B030D-6E8A-4147-A177-3AD203B41FA5}">
                      <a16:colId xmlns:a16="http://schemas.microsoft.com/office/drawing/2014/main" val="1244078226"/>
                    </a:ext>
                  </a:extLst>
                </a:gridCol>
                <a:gridCol w="505321">
                  <a:extLst>
                    <a:ext uri="{9D8B030D-6E8A-4147-A177-3AD203B41FA5}">
                      <a16:colId xmlns:a16="http://schemas.microsoft.com/office/drawing/2014/main" val="826473528"/>
                    </a:ext>
                  </a:extLst>
                </a:gridCol>
                <a:gridCol w="505321">
                  <a:extLst>
                    <a:ext uri="{9D8B030D-6E8A-4147-A177-3AD203B41FA5}">
                      <a16:colId xmlns:a16="http://schemas.microsoft.com/office/drawing/2014/main" val="3335012631"/>
                    </a:ext>
                  </a:extLst>
                </a:gridCol>
                <a:gridCol w="505321">
                  <a:extLst>
                    <a:ext uri="{9D8B030D-6E8A-4147-A177-3AD203B41FA5}">
                      <a16:colId xmlns:a16="http://schemas.microsoft.com/office/drawing/2014/main" val="3839256640"/>
                    </a:ext>
                  </a:extLst>
                </a:gridCol>
                <a:gridCol w="505321">
                  <a:extLst>
                    <a:ext uri="{9D8B030D-6E8A-4147-A177-3AD203B41FA5}">
                      <a16:colId xmlns:a16="http://schemas.microsoft.com/office/drawing/2014/main" val="2371521394"/>
                    </a:ext>
                  </a:extLst>
                </a:gridCol>
                <a:gridCol w="505321">
                  <a:extLst>
                    <a:ext uri="{9D8B030D-6E8A-4147-A177-3AD203B41FA5}">
                      <a16:colId xmlns:a16="http://schemas.microsoft.com/office/drawing/2014/main" val="867537823"/>
                    </a:ext>
                  </a:extLst>
                </a:gridCol>
                <a:gridCol w="505321">
                  <a:extLst>
                    <a:ext uri="{9D8B030D-6E8A-4147-A177-3AD203B41FA5}">
                      <a16:colId xmlns:a16="http://schemas.microsoft.com/office/drawing/2014/main" val="1447948614"/>
                    </a:ext>
                  </a:extLst>
                </a:gridCol>
                <a:gridCol w="505321">
                  <a:extLst>
                    <a:ext uri="{9D8B030D-6E8A-4147-A177-3AD203B41FA5}">
                      <a16:colId xmlns:a16="http://schemas.microsoft.com/office/drawing/2014/main" val="2823332456"/>
                    </a:ext>
                  </a:extLst>
                </a:gridCol>
                <a:gridCol w="505321">
                  <a:extLst>
                    <a:ext uri="{9D8B030D-6E8A-4147-A177-3AD203B41FA5}">
                      <a16:colId xmlns:a16="http://schemas.microsoft.com/office/drawing/2014/main" val="3681874426"/>
                    </a:ext>
                  </a:extLst>
                </a:gridCol>
                <a:gridCol w="505321">
                  <a:extLst>
                    <a:ext uri="{9D8B030D-6E8A-4147-A177-3AD203B41FA5}">
                      <a16:colId xmlns:a16="http://schemas.microsoft.com/office/drawing/2014/main" val="3990560764"/>
                    </a:ext>
                  </a:extLst>
                </a:gridCol>
                <a:gridCol w="505321">
                  <a:extLst>
                    <a:ext uri="{9D8B030D-6E8A-4147-A177-3AD203B41FA5}">
                      <a16:colId xmlns:a16="http://schemas.microsoft.com/office/drawing/2014/main" val="583873695"/>
                    </a:ext>
                  </a:extLst>
                </a:gridCol>
              </a:tblGrid>
              <a:tr h="396000">
                <a:tc>
                  <a:txBody>
                    <a:bodyPr/>
                    <a:lstStyle/>
                    <a:p>
                      <a:pPr algn="ctr"/>
                      <a:r>
                        <a:rPr kumimoji="1" lang="ja-JP" altLang="en-US" sz="2000" dirty="0"/>
                        <a:t>コード</a:t>
                      </a:r>
                    </a:p>
                  </a:txBody>
                  <a:tcPr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 dirty="0"/>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1</a:t>
                      </a:r>
                      <a:endParaRPr kumimoji="1" lang="ja-JP" altLang="en-US" sz="2000" dirty="0"/>
                    </a:p>
                  </a:txBody>
                  <a:tcPr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2</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3</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4</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5</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6</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7</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8</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9</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10</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8195453"/>
                  </a:ext>
                </a:extLst>
              </a:tr>
              <a:tr h="396000">
                <a:tc>
                  <a:txBody>
                    <a:bodyPr/>
                    <a:lstStyle/>
                    <a:p>
                      <a:pPr algn="ctr"/>
                      <a:r>
                        <a:rPr kumimoji="1" lang="ja-JP" altLang="en-US" sz="2000" dirty="0"/>
                        <a:t>結果</a:t>
                      </a:r>
                    </a:p>
                  </a:txBody>
                  <a:tcPr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 dirty="0"/>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8872663"/>
                  </a:ext>
                </a:extLst>
              </a:tr>
              <a:tr h="396000">
                <a:tc>
                  <a:txBody>
                    <a:bodyPr/>
                    <a:lstStyle/>
                    <a:p>
                      <a:pPr algn="ctr"/>
                      <a:r>
                        <a:rPr kumimoji="1" lang="ja-JP" altLang="en-US" sz="2000" dirty="0"/>
                        <a:t>減少した行数</a:t>
                      </a:r>
                    </a:p>
                  </a:txBody>
                  <a:tcPr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2000" dirty="0"/>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1</a:t>
                      </a:r>
                      <a:endParaRPr kumimoji="1" lang="ja-JP" altLang="en-US" sz="2000" dirty="0"/>
                    </a:p>
                  </a:txBody>
                  <a:tcPr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2</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4</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3</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3</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2</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1</a:t>
                      </a:r>
                      <a:endParaRPr kumimoji="1" lang="ja-JP" altLang="en-US" sz="2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6288799"/>
                  </a:ext>
                </a:extLst>
              </a:tr>
            </a:tbl>
          </a:graphicData>
        </a:graphic>
      </p:graphicFrame>
    </p:spTree>
    <p:extLst>
      <p:ext uri="{BB962C8B-B14F-4D97-AF65-F5344CB8AC3E}">
        <p14:creationId xmlns:p14="http://schemas.microsoft.com/office/powerpoint/2010/main" val="169950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17DE12-2AD1-42CB-8935-C566D94B3F2D}"/>
              </a:ext>
            </a:extLst>
          </p:cNvPr>
          <p:cNvSpPr>
            <a:spLocks noGrp="1"/>
          </p:cNvSpPr>
          <p:nvPr>
            <p:ph type="title"/>
          </p:nvPr>
        </p:nvSpPr>
        <p:spPr/>
        <p:txBody>
          <a:bodyPr/>
          <a:lstStyle/>
          <a:p>
            <a:r>
              <a:rPr lang="ja-JP" altLang="en-US" dirty="0"/>
              <a:t>結論</a:t>
            </a:r>
            <a:endParaRPr kumimoji="1" lang="ja-JP" altLang="en-US" dirty="0"/>
          </a:p>
        </p:txBody>
      </p:sp>
      <p:sp>
        <p:nvSpPr>
          <p:cNvPr id="3" name="コンテンツ プレースホルダー 2">
            <a:extLst>
              <a:ext uri="{FF2B5EF4-FFF2-40B4-BE49-F238E27FC236}">
                <a16:creationId xmlns:a16="http://schemas.microsoft.com/office/drawing/2014/main" id="{B48369C5-0D4E-4E91-9033-67DB93ED5205}"/>
              </a:ext>
            </a:extLst>
          </p:cNvPr>
          <p:cNvSpPr>
            <a:spLocks noGrp="1"/>
          </p:cNvSpPr>
          <p:nvPr>
            <p:ph idx="1"/>
          </p:nvPr>
        </p:nvSpPr>
        <p:spPr/>
        <p:txBody>
          <a:bodyPr/>
          <a:lstStyle/>
          <a:p>
            <a:r>
              <a:rPr lang="ja-JP" altLang="en-US" dirty="0"/>
              <a:t>可読性が高いコードとの類似度を考慮した</a:t>
            </a:r>
            <a:br>
              <a:rPr lang="en-US" altLang="ja-JP" dirty="0"/>
            </a:br>
            <a:r>
              <a:rPr lang="ja-JP" altLang="en-US" dirty="0"/>
              <a:t>自動プログラム修正法を提案</a:t>
            </a:r>
            <a:endParaRPr lang="en-US" altLang="ja-JP" dirty="0"/>
          </a:p>
          <a:p>
            <a:pPr lvl="1"/>
            <a:r>
              <a:rPr lang="ja-JP" altLang="en-US" spc="-100" dirty="0"/>
              <a:t>評価値において可読性が高いコードとの類似度を考慮</a:t>
            </a:r>
            <a:endParaRPr lang="en-US" altLang="ja-JP" spc="-100" dirty="0"/>
          </a:p>
          <a:p>
            <a:r>
              <a:rPr lang="ja-JP" altLang="en-US" spc="-100" dirty="0"/>
              <a:t>提案手法の評価実験を実施</a:t>
            </a:r>
            <a:endParaRPr lang="en-US" altLang="ja-JP" spc="-100" dirty="0"/>
          </a:p>
          <a:p>
            <a:pPr lvl="1"/>
            <a:r>
              <a:rPr lang="en-US" altLang="ja-JP" dirty="0"/>
              <a:t>10</a:t>
            </a:r>
            <a:r>
              <a:rPr lang="ja-JP" altLang="en-US" dirty="0"/>
              <a:t>個中</a:t>
            </a:r>
            <a:r>
              <a:rPr lang="en-US" altLang="ja-JP" dirty="0"/>
              <a:t>7</a:t>
            </a:r>
            <a:r>
              <a:rPr lang="ja-JP" altLang="en-US" dirty="0"/>
              <a:t>個のコードに可読性向上を確認</a:t>
            </a:r>
            <a:endParaRPr lang="en-US" altLang="ja-JP" dirty="0"/>
          </a:p>
          <a:p>
            <a:pPr lvl="1"/>
            <a:r>
              <a:rPr lang="ja-JP" altLang="en-US" dirty="0"/>
              <a:t>可読性が向上しなかった原因と解決策を提案</a:t>
            </a:r>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B2B0DFC4-19E9-452D-BEAF-063EF66F9125}"/>
              </a:ext>
            </a:extLst>
          </p:cNvPr>
          <p:cNvSpPr>
            <a:spLocks noGrp="1"/>
          </p:cNvSpPr>
          <p:nvPr>
            <p:ph type="sldNum" sz="quarter" idx="4"/>
          </p:nvPr>
        </p:nvSpPr>
        <p:spPr/>
        <p:txBody>
          <a:bodyPr/>
          <a:lstStyle/>
          <a:p>
            <a:fld id="{3D1E95EC-FA06-447C-B439-F51D604829FB}" type="slidenum">
              <a:rPr kumimoji="1" lang="ja-JP" altLang="en-US" smtClean="0"/>
              <a:pPr/>
              <a:t>18</a:t>
            </a:fld>
            <a:endParaRPr kumimoji="1" lang="ja-JP" altLang="en-US" dirty="0"/>
          </a:p>
        </p:txBody>
      </p:sp>
    </p:spTree>
    <p:extLst>
      <p:ext uri="{BB962C8B-B14F-4D97-AF65-F5344CB8AC3E}">
        <p14:creationId xmlns:p14="http://schemas.microsoft.com/office/powerpoint/2010/main" val="971724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525153-1D16-43C0-A58F-2171CBD6F351}"/>
              </a:ext>
            </a:extLst>
          </p:cNvPr>
          <p:cNvSpPr>
            <a:spLocks noGrp="1"/>
          </p:cNvSpPr>
          <p:nvPr>
            <p:ph type="title"/>
          </p:nvPr>
        </p:nvSpPr>
        <p:spPr/>
        <p:txBody>
          <a:bodyPr/>
          <a:lstStyle/>
          <a:p>
            <a:r>
              <a:rPr kumimoji="1" lang="ja-JP" altLang="en-US" dirty="0"/>
              <a:t>以下補助資料</a:t>
            </a:r>
          </a:p>
        </p:txBody>
      </p:sp>
      <p:sp>
        <p:nvSpPr>
          <p:cNvPr id="3" name="コンテンツ プレースホルダー 2">
            <a:extLst>
              <a:ext uri="{FF2B5EF4-FFF2-40B4-BE49-F238E27FC236}">
                <a16:creationId xmlns:a16="http://schemas.microsoft.com/office/drawing/2014/main" id="{1E3E5933-2BAF-4265-82D2-169973814D87}"/>
              </a:ext>
            </a:extLst>
          </p:cNvPr>
          <p:cNvSpPr>
            <a:spLocks noGrp="1"/>
          </p:cNvSpPr>
          <p:nvPr>
            <p:ph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53EBFF8-137F-42F1-8DFB-D7C6D6230012}"/>
              </a:ext>
            </a:extLst>
          </p:cNvPr>
          <p:cNvSpPr>
            <a:spLocks noGrp="1"/>
          </p:cNvSpPr>
          <p:nvPr>
            <p:ph type="sldNum" sz="quarter" idx="4"/>
          </p:nvPr>
        </p:nvSpPr>
        <p:spPr/>
        <p:txBody>
          <a:bodyPr/>
          <a:lstStyle/>
          <a:p>
            <a:fld id="{3D1E95EC-FA06-447C-B439-F51D604829FB}" type="slidenum">
              <a:rPr kumimoji="1" lang="ja-JP" altLang="en-US" smtClean="0"/>
              <a:pPr/>
              <a:t>19</a:t>
            </a:fld>
            <a:endParaRPr kumimoji="1" lang="ja-JP" altLang="en-US" dirty="0"/>
          </a:p>
        </p:txBody>
      </p:sp>
    </p:spTree>
    <p:extLst>
      <p:ext uri="{BB962C8B-B14F-4D97-AF65-F5344CB8AC3E}">
        <p14:creationId xmlns:p14="http://schemas.microsoft.com/office/powerpoint/2010/main" val="382198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85E9B6-E40A-48B1-9B11-C3BF8AAA129D}"/>
              </a:ext>
            </a:extLst>
          </p:cNvPr>
          <p:cNvSpPr>
            <a:spLocks noGrp="1"/>
          </p:cNvSpPr>
          <p:nvPr>
            <p:ph type="title"/>
          </p:nvPr>
        </p:nvSpPr>
        <p:spPr/>
        <p:txBody>
          <a:bodyPr/>
          <a:lstStyle/>
          <a:p>
            <a:r>
              <a:rPr kumimoji="1" lang="en-US" altLang="ja-JP" dirty="0" err="1"/>
              <a:t>GumTree</a:t>
            </a:r>
            <a:endParaRPr kumimoji="1" lang="ja-JP" altLang="en-US" dirty="0"/>
          </a:p>
        </p:txBody>
      </p:sp>
      <p:sp>
        <p:nvSpPr>
          <p:cNvPr id="3" name="コンテンツ プレースホルダー 2">
            <a:extLst>
              <a:ext uri="{FF2B5EF4-FFF2-40B4-BE49-F238E27FC236}">
                <a16:creationId xmlns:a16="http://schemas.microsoft.com/office/drawing/2014/main" id="{D270A8DC-8496-4753-8597-471F6242FFF3}"/>
              </a:ext>
            </a:extLst>
          </p:cNvPr>
          <p:cNvSpPr>
            <a:spLocks noGrp="1"/>
          </p:cNvSpPr>
          <p:nvPr>
            <p:ph idx="1"/>
          </p:nvPr>
        </p:nvSpPr>
        <p:spPr/>
        <p:txBody>
          <a:bodyPr/>
          <a:lstStyle/>
          <a:p>
            <a:r>
              <a:rPr kumimoji="1" lang="ja-JP" altLang="en-US" dirty="0"/>
              <a:t>入力された</a:t>
            </a:r>
            <a:r>
              <a:rPr kumimoji="1" lang="en-US" altLang="ja-JP" dirty="0"/>
              <a:t>2</a:t>
            </a:r>
            <a:r>
              <a:rPr kumimoji="1" lang="ja-JP" altLang="en-US" dirty="0"/>
              <a:t>つのソースコードに対して</a:t>
            </a:r>
            <a:r>
              <a:rPr kumimoji="1" lang="en-US" altLang="ja-JP" dirty="0"/>
              <a:t>AST</a:t>
            </a:r>
            <a:r>
              <a:rPr kumimoji="1" lang="ja-JP" altLang="en-US" dirty="0"/>
              <a:t>を作成し</a:t>
            </a:r>
            <a:br>
              <a:rPr kumimoji="1" lang="en-US" altLang="ja-JP" dirty="0"/>
            </a:br>
            <a:r>
              <a:rPr kumimoji="1" lang="ja-JP" altLang="en-US" dirty="0"/>
              <a:t>差分を出力</a:t>
            </a:r>
          </a:p>
        </p:txBody>
      </p:sp>
      <p:sp>
        <p:nvSpPr>
          <p:cNvPr id="4" name="スライド番号プレースホルダー 3">
            <a:extLst>
              <a:ext uri="{FF2B5EF4-FFF2-40B4-BE49-F238E27FC236}">
                <a16:creationId xmlns:a16="http://schemas.microsoft.com/office/drawing/2014/main" id="{76EA6C3D-6CEF-46CB-9210-D61FE6C30466}"/>
              </a:ext>
            </a:extLst>
          </p:cNvPr>
          <p:cNvSpPr>
            <a:spLocks noGrp="1"/>
          </p:cNvSpPr>
          <p:nvPr>
            <p:ph type="sldNum" sz="quarter" idx="4"/>
          </p:nvPr>
        </p:nvSpPr>
        <p:spPr/>
        <p:txBody>
          <a:bodyPr/>
          <a:lstStyle/>
          <a:p>
            <a:fld id="{3D1E95EC-FA06-447C-B439-F51D604829FB}" type="slidenum">
              <a:rPr kumimoji="1" lang="ja-JP" altLang="en-US" smtClean="0"/>
              <a:pPr/>
              <a:t>20</a:t>
            </a:fld>
            <a:endParaRPr kumimoji="1" lang="ja-JP" altLang="en-US" dirty="0"/>
          </a:p>
        </p:txBody>
      </p:sp>
      <p:sp>
        <p:nvSpPr>
          <p:cNvPr id="7" name="フローチャート: 結合子 6">
            <a:extLst>
              <a:ext uri="{FF2B5EF4-FFF2-40B4-BE49-F238E27FC236}">
                <a16:creationId xmlns:a16="http://schemas.microsoft.com/office/drawing/2014/main" id="{B84E4F8C-A4B0-4D9A-87D2-381E49F634E3}"/>
              </a:ext>
            </a:extLst>
          </p:cNvPr>
          <p:cNvSpPr/>
          <p:nvPr/>
        </p:nvSpPr>
        <p:spPr>
          <a:xfrm>
            <a:off x="2341713" y="2301597"/>
            <a:ext cx="561704" cy="561704"/>
          </a:xfrm>
          <a:prstGeom prst="flowChartConnector">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t>0</a:t>
            </a:r>
            <a:endParaRPr kumimoji="1" lang="ja-JP" altLang="en-US" sz="2800" dirty="0"/>
          </a:p>
        </p:txBody>
      </p:sp>
      <p:sp>
        <p:nvSpPr>
          <p:cNvPr id="8" name="フローチャート: 結合子 7">
            <a:extLst>
              <a:ext uri="{FF2B5EF4-FFF2-40B4-BE49-F238E27FC236}">
                <a16:creationId xmlns:a16="http://schemas.microsoft.com/office/drawing/2014/main" id="{5ADBA35D-D74A-44DB-8F8C-8EB09820018E}"/>
              </a:ext>
            </a:extLst>
          </p:cNvPr>
          <p:cNvSpPr/>
          <p:nvPr/>
        </p:nvSpPr>
        <p:spPr>
          <a:xfrm>
            <a:off x="1780009" y="3144153"/>
            <a:ext cx="561704" cy="561704"/>
          </a:xfrm>
          <a:prstGeom prst="flowChartConnector">
            <a:avLst/>
          </a:prstGeom>
          <a:solidFill>
            <a:srgbClr val="EC9A06"/>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solidFill>
                  <a:schemeClr val="bg1"/>
                </a:solidFill>
              </a:rPr>
              <a:t>1</a:t>
            </a:r>
            <a:endParaRPr kumimoji="1" lang="ja-JP" altLang="en-US" sz="2800" dirty="0">
              <a:solidFill>
                <a:schemeClr val="bg1"/>
              </a:solidFill>
            </a:endParaRPr>
          </a:p>
        </p:txBody>
      </p:sp>
      <p:sp>
        <p:nvSpPr>
          <p:cNvPr id="9" name="フローチャート: 結合子 8">
            <a:extLst>
              <a:ext uri="{FF2B5EF4-FFF2-40B4-BE49-F238E27FC236}">
                <a16:creationId xmlns:a16="http://schemas.microsoft.com/office/drawing/2014/main" id="{F2E1E5D6-7FD8-4661-95D3-DB546ACE24D8}"/>
              </a:ext>
            </a:extLst>
          </p:cNvPr>
          <p:cNvSpPr/>
          <p:nvPr/>
        </p:nvSpPr>
        <p:spPr>
          <a:xfrm>
            <a:off x="2903417" y="3144153"/>
            <a:ext cx="561704" cy="561704"/>
          </a:xfrm>
          <a:prstGeom prst="flowChartConnector">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t>2</a:t>
            </a:r>
            <a:endParaRPr kumimoji="1" lang="ja-JP" altLang="en-US" sz="2800" dirty="0"/>
          </a:p>
        </p:txBody>
      </p:sp>
      <p:sp>
        <p:nvSpPr>
          <p:cNvPr id="10" name="フローチャート: 結合子 9">
            <a:extLst>
              <a:ext uri="{FF2B5EF4-FFF2-40B4-BE49-F238E27FC236}">
                <a16:creationId xmlns:a16="http://schemas.microsoft.com/office/drawing/2014/main" id="{AC2CF402-FBEE-41FB-8407-7408FC5639AA}"/>
              </a:ext>
            </a:extLst>
          </p:cNvPr>
          <p:cNvSpPr/>
          <p:nvPr/>
        </p:nvSpPr>
        <p:spPr>
          <a:xfrm>
            <a:off x="1226941" y="3986709"/>
            <a:ext cx="561704" cy="561704"/>
          </a:xfrm>
          <a:prstGeom prst="flowChartConnector">
            <a:avLst/>
          </a:prstGeom>
          <a:solidFill>
            <a:srgbClr val="FF0000"/>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solidFill>
                  <a:schemeClr val="bg1"/>
                </a:solidFill>
              </a:rPr>
              <a:t>3</a:t>
            </a:r>
            <a:endParaRPr kumimoji="1" lang="ja-JP" altLang="en-US" sz="2800" dirty="0">
              <a:solidFill>
                <a:schemeClr val="bg1"/>
              </a:solidFill>
            </a:endParaRPr>
          </a:p>
        </p:txBody>
      </p:sp>
      <p:sp>
        <p:nvSpPr>
          <p:cNvPr id="11" name="フローチャート: 結合子 10">
            <a:extLst>
              <a:ext uri="{FF2B5EF4-FFF2-40B4-BE49-F238E27FC236}">
                <a16:creationId xmlns:a16="http://schemas.microsoft.com/office/drawing/2014/main" id="{E54A9584-F327-49AC-86A5-C936BF501792}"/>
              </a:ext>
            </a:extLst>
          </p:cNvPr>
          <p:cNvSpPr/>
          <p:nvPr/>
        </p:nvSpPr>
        <p:spPr>
          <a:xfrm>
            <a:off x="2350349" y="3986709"/>
            <a:ext cx="561704" cy="561704"/>
          </a:xfrm>
          <a:prstGeom prst="flowChartConnector">
            <a:avLst/>
          </a:prstGeom>
          <a:solidFill>
            <a:srgbClr val="9900FF"/>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solidFill>
                  <a:schemeClr val="bg1"/>
                </a:solidFill>
              </a:rPr>
              <a:t>4</a:t>
            </a:r>
            <a:endParaRPr kumimoji="1" lang="ja-JP" altLang="en-US" sz="2800" dirty="0">
              <a:solidFill>
                <a:schemeClr val="bg1"/>
              </a:solidFill>
            </a:endParaRPr>
          </a:p>
        </p:txBody>
      </p:sp>
      <p:cxnSp>
        <p:nvCxnSpPr>
          <p:cNvPr id="25" name="直線コネクタ 24">
            <a:extLst>
              <a:ext uri="{FF2B5EF4-FFF2-40B4-BE49-F238E27FC236}">
                <a16:creationId xmlns:a16="http://schemas.microsoft.com/office/drawing/2014/main" id="{46BCA0D9-8858-49E5-AAE9-B2F8DC0A390C}"/>
              </a:ext>
            </a:extLst>
          </p:cNvPr>
          <p:cNvCxnSpPr>
            <a:cxnSpLocks/>
            <a:stCxn id="7" idx="4"/>
            <a:endCxn id="8" idx="7"/>
          </p:cNvCxnSpPr>
          <p:nvPr/>
        </p:nvCxnSpPr>
        <p:spPr>
          <a:xfrm flipH="1">
            <a:off x="2259453" y="2863301"/>
            <a:ext cx="363112" cy="363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6" name="直線コネクタ 25">
            <a:extLst>
              <a:ext uri="{FF2B5EF4-FFF2-40B4-BE49-F238E27FC236}">
                <a16:creationId xmlns:a16="http://schemas.microsoft.com/office/drawing/2014/main" id="{00CA1119-CDB5-4A23-9A5B-5207B0D90A4A}"/>
              </a:ext>
            </a:extLst>
          </p:cNvPr>
          <p:cNvCxnSpPr>
            <a:cxnSpLocks/>
            <a:stCxn id="7" idx="4"/>
            <a:endCxn id="9" idx="1"/>
          </p:cNvCxnSpPr>
          <p:nvPr/>
        </p:nvCxnSpPr>
        <p:spPr>
          <a:xfrm>
            <a:off x="2622565" y="2863301"/>
            <a:ext cx="363112" cy="363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直線コネクタ 28">
            <a:extLst>
              <a:ext uri="{FF2B5EF4-FFF2-40B4-BE49-F238E27FC236}">
                <a16:creationId xmlns:a16="http://schemas.microsoft.com/office/drawing/2014/main" id="{7D581B66-A0DA-401D-B0E0-24B22BD799C1}"/>
              </a:ext>
            </a:extLst>
          </p:cNvPr>
          <p:cNvCxnSpPr>
            <a:cxnSpLocks/>
            <a:endCxn id="10" idx="7"/>
          </p:cNvCxnSpPr>
          <p:nvPr/>
        </p:nvCxnSpPr>
        <p:spPr>
          <a:xfrm flipH="1">
            <a:off x="1706385" y="3705857"/>
            <a:ext cx="363112" cy="363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B5EF8316-A142-46EB-B066-24F17580118D}"/>
              </a:ext>
            </a:extLst>
          </p:cNvPr>
          <p:cNvCxnSpPr>
            <a:cxnSpLocks/>
            <a:stCxn id="8" idx="4"/>
            <a:endCxn id="11" idx="1"/>
          </p:cNvCxnSpPr>
          <p:nvPr/>
        </p:nvCxnSpPr>
        <p:spPr>
          <a:xfrm>
            <a:off x="2060861" y="3705857"/>
            <a:ext cx="371748" cy="363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8" name="フローチャート: 結合子 37">
            <a:extLst>
              <a:ext uri="{FF2B5EF4-FFF2-40B4-BE49-F238E27FC236}">
                <a16:creationId xmlns:a16="http://schemas.microsoft.com/office/drawing/2014/main" id="{C2E57652-AE3B-408E-ABDD-F04602F56B9E}"/>
              </a:ext>
            </a:extLst>
          </p:cNvPr>
          <p:cNvSpPr/>
          <p:nvPr/>
        </p:nvSpPr>
        <p:spPr>
          <a:xfrm>
            <a:off x="6231947" y="2301597"/>
            <a:ext cx="561704" cy="561704"/>
          </a:xfrm>
          <a:prstGeom prst="flowChartConnector">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t>0</a:t>
            </a:r>
            <a:endParaRPr kumimoji="1" lang="ja-JP" altLang="en-US" sz="2800" dirty="0"/>
          </a:p>
        </p:txBody>
      </p:sp>
      <p:sp>
        <p:nvSpPr>
          <p:cNvPr id="39" name="フローチャート: 結合子 38">
            <a:extLst>
              <a:ext uri="{FF2B5EF4-FFF2-40B4-BE49-F238E27FC236}">
                <a16:creationId xmlns:a16="http://schemas.microsoft.com/office/drawing/2014/main" id="{B34EC9DB-9722-4771-A90B-ABEEC4806CB6}"/>
              </a:ext>
            </a:extLst>
          </p:cNvPr>
          <p:cNvSpPr/>
          <p:nvPr/>
        </p:nvSpPr>
        <p:spPr>
          <a:xfrm>
            <a:off x="5670243" y="3144153"/>
            <a:ext cx="561704" cy="561704"/>
          </a:xfrm>
          <a:prstGeom prst="flowChartConnector">
            <a:avLst/>
          </a:prstGeom>
          <a:solidFill>
            <a:srgbClr val="EC9A06"/>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solidFill>
                  <a:schemeClr val="bg1"/>
                </a:solidFill>
              </a:rPr>
              <a:t>1</a:t>
            </a:r>
            <a:endParaRPr kumimoji="1" lang="ja-JP" altLang="en-US" sz="2800" dirty="0">
              <a:solidFill>
                <a:schemeClr val="bg1"/>
              </a:solidFill>
            </a:endParaRPr>
          </a:p>
        </p:txBody>
      </p:sp>
      <p:sp>
        <p:nvSpPr>
          <p:cNvPr id="40" name="フローチャート: 結合子 39">
            <a:extLst>
              <a:ext uri="{FF2B5EF4-FFF2-40B4-BE49-F238E27FC236}">
                <a16:creationId xmlns:a16="http://schemas.microsoft.com/office/drawing/2014/main" id="{6F373C87-EC84-4301-9FD6-547A025BDB32}"/>
              </a:ext>
            </a:extLst>
          </p:cNvPr>
          <p:cNvSpPr/>
          <p:nvPr/>
        </p:nvSpPr>
        <p:spPr>
          <a:xfrm>
            <a:off x="6793651" y="3144153"/>
            <a:ext cx="561704" cy="561704"/>
          </a:xfrm>
          <a:prstGeom prst="flowChartConnector">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t>2</a:t>
            </a:r>
            <a:endParaRPr kumimoji="1" lang="ja-JP" altLang="en-US" sz="2800" dirty="0"/>
          </a:p>
        </p:txBody>
      </p:sp>
      <p:sp>
        <p:nvSpPr>
          <p:cNvPr id="41" name="フローチャート: 結合子 40">
            <a:extLst>
              <a:ext uri="{FF2B5EF4-FFF2-40B4-BE49-F238E27FC236}">
                <a16:creationId xmlns:a16="http://schemas.microsoft.com/office/drawing/2014/main" id="{295D3F4D-322B-421F-90A8-D2DB98152D76}"/>
              </a:ext>
            </a:extLst>
          </p:cNvPr>
          <p:cNvSpPr/>
          <p:nvPr/>
        </p:nvSpPr>
        <p:spPr>
          <a:xfrm>
            <a:off x="6231947" y="3986709"/>
            <a:ext cx="561704" cy="561704"/>
          </a:xfrm>
          <a:prstGeom prst="flowChartConnector">
            <a:avLst/>
          </a:prstGeom>
          <a:solidFill>
            <a:srgbClr val="9900FF"/>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solidFill>
                  <a:schemeClr val="bg1"/>
                </a:solidFill>
              </a:rPr>
              <a:t>4</a:t>
            </a:r>
            <a:endParaRPr kumimoji="1" lang="ja-JP" altLang="en-US" sz="2800" dirty="0">
              <a:solidFill>
                <a:schemeClr val="bg1"/>
              </a:solidFill>
            </a:endParaRPr>
          </a:p>
        </p:txBody>
      </p:sp>
      <p:sp>
        <p:nvSpPr>
          <p:cNvPr id="42" name="フローチャート: 結合子 41">
            <a:extLst>
              <a:ext uri="{FF2B5EF4-FFF2-40B4-BE49-F238E27FC236}">
                <a16:creationId xmlns:a16="http://schemas.microsoft.com/office/drawing/2014/main" id="{C1D93662-3087-4CEA-90F0-06EC5C0EF20D}"/>
              </a:ext>
            </a:extLst>
          </p:cNvPr>
          <p:cNvSpPr/>
          <p:nvPr/>
        </p:nvSpPr>
        <p:spPr>
          <a:xfrm>
            <a:off x="7355355" y="3986709"/>
            <a:ext cx="561704" cy="561704"/>
          </a:xfrm>
          <a:prstGeom prst="flowChartConnector">
            <a:avLst/>
          </a:prstGeom>
          <a:solidFill>
            <a:srgbClr val="008A00"/>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2800" dirty="0">
                <a:solidFill>
                  <a:schemeClr val="bg1"/>
                </a:solidFill>
              </a:rPr>
              <a:t>5</a:t>
            </a:r>
            <a:endParaRPr kumimoji="1" lang="ja-JP" altLang="en-US" sz="2800" dirty="0">
              <a:solidFill>
                <a:schemeClr val="bg1"/>
              </a:solidFill>
            </a:endParaRPr>
          </a:p>
        </p:txBody>
      </p:sp>
      <p:cxnSp>
        <p:nvCxnSpPr>
          <p:cNvPr id="43" name="直線コネクタ 42">
            <a:extLst>
              <a:ext uri="{FF2B5EF4-FFF2-40B4-BE49-F238E27FC236}">
                <a16:creationId xmlns:a16="http://schemas.microsoft.com/office/drawing/2014/main" id="{CF46E937-2EA8-4AAA-8600-EDBADFA101CD}"/>
              </a:ext>
            </a:extLst>
          </p:cNvPr>
          <p:cNvCxnSpPr>
            <a:cxnSpLocks/>
            <a:stCxn id="38" idx="4"/>
            <a:endCxn id="39" idx="7"/>
          </p:cNvCxnSpPr>
          <p:nvPr/>
        </p:nvCxnSpPr>
        <p:spPr>
          <a:xfrm flipH="1">
            <a:off x="6149687" y="2863301"/>
            <a:ext cx="363112" cy="363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D5412ABE-CB94-4152-8EB1-9BF645E27FC1}"/>
              </a:ext>
            </a:extLst>
          </p:cNvPr>
          <p:cNvCxnSpPr>
            <a:cxnSpLocks/>
            <a:stCxn id="38" idx="4"/>
            <a:endCxn id="40" idx="1"/>
          </p:cNvCxnSpPr>
          <p:nvPr/>
        </p:nvCxnSpPr>
        <p:spPr>
          <a:xfrm>
            <a:off x="6512799" y="2863301"/>
            <a:ext cx="363112" cy="363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5" name="直線コネクタ 44">
            <a:extLst>
              <a:ext uri="{FF2B5EF4-FFF2-40B4-BE49-F238E27FC236}">
                <a16:creationId xmlns:a16="http://schemas.microsoft.com/office/drawing/2014/main" id="{3285CD88-E078-4899-9252-C8646F65B181}"/>
              </a:ext>
            </a:extLst>
          </p:cNvPr>
          <p:cNvCxnSpPr>
            <a:cxnSpLocks/>
            <a:stCxn id="40" idx="4"/>
            <a:endCxn id="41" idx="7"/>
          </p:cNvCxnSpPr>
          <p:nvPr/>
        </p:nvCxnSpPr>
        <p:spPr>
          <a:xfrm flipH="1">
            <a:off x="6711391" y="3705857"/>
            <a:ext cx="363112" cy="363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A0A7E940-99DB-49E3-ABFA-0CD315CC6C70}"/>
              </a:ext>
            </a:extLst>
          </p:cNvPr>
          <p:cNvCxnSpPr>
            <a:cxnSpLocks/>
            <a:stCxn id="40" idx="4"/>
            <a:endCxn id="42" idx="1"/>
          </p:cNvCxnSpPr>
          <p:nvPr/>
        </p:nvCxnSpPr>
        <p:spPr>
          <a:xfrm>
            <a:off x="7074503" y="3705857"/>
            <a:ext cx="363112" cy="363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7" name="TextBox 3">
            <a:extLst>
              <a:ext uri="{FF2B5EF4-FFF2-40B4-BE49-F238E27FC236}">
                <a16:creationId xmlns:a16="http://schemas.microsoft.com/office/drawing/2014/main" id="{86D629C9-FEE9-4149-A392-827FFD94442C}"/>
              </a:ext>
            </a:extLst>
          </p:cNvPr>
          <p:cNvSpPr txBox="1"/>
          <p:nvPr/>
        </p:nvSpPr>
        <p:spPr>
          <a:xfrm>
            <a:off x="0" y="6155187"/>
            <a:ext cx="9144000"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ja-JP" altLang="en-US" sz="1400" dirty="0">
                <a:latin typeface="+mj-lt"/>
                <a:ea typeface="ＭＳ Ｐゴシック" panose="020B0600070205080204" pitchFamily="50" charset="-128"/>
              </a:rPr>
              <a:t>参考</a:t>
            </a:r>
            <a:r>
              <a:rPr lang="en-US" altLang="ja-JP" sz="1400" dirty="0">
                <a:latin typeface="+mj-lt"/>
                <a:ea typeface="ＭＳ Ｐゴシック" panose="020B0600070205080204" pitchFamily="50" charset="-128"/>
              </a:rPr>
              <a:t>) </a:t>
            </a:r>
            <a:r>
              <a:rPr lang="ja-JP" altLang="en-US" sz="1400" dirty="0">
                <a:latin typeface="+mj-lt"/>
                <a:ea typeface="ＭＳ Ｐゴシック" panose="020B0600070205080204" pitchFamily="50" charset="-128"/>
              </a:rPr>
              <a:t>抽象構文木を用いた差分検出手法の活用による</a:t>
            </a:r>
            <a:r>
              <a:rPr lang="en-US" altLang="ja-JP" sz="1400" dirty="0">
                <a:latin typeface="+mj-lt"/>
                <a:ea typeface="ＭＳ Ｐゴシック" panose="020B0600070205080204" pitchFamily="50" charset="-128"/>
              </a:rPr>
              <a:t>Git </a:t>
            </a:r>
            <a:r>
              <a:rPr lang="ja-JP" altLang="en-US" sz="1400" dirty="0">
                <a:latin typeface="+mj-lt"/>
                <a:ea typeface="ＭＳ Ｐゴシック" panose="020B0600070205080204" pitchFamily="50" charset="-128"/>
              </a:rPr>
              <a:t>のファイル追跡機能改善の試み ［藤本 章良 </a:t>
            </a:r>
            <a:r>
              <a:rPr lang="en-US" altLang="ja-JP" sz="1400" dirty="0">
                <a:latin typeface="+mj-lt"/>
                <a:ea typeface="ＭＳ Ｐゴシック" panose="020B0600070205080204" pitchFamily="50" charset="-128"/>
              </a:rPr>
              <a:t>et al : 2021</a:t>
            </a:r>
            <a:r>
              <a:rPr lang="ja-JP" altLang="en-US" sz="1400" dirty="0">
                <a:latin typeface="+mj-lt"/>
                <a:ea typeface="ＭＳ Ｐゴシック" panose="020B0600070205080204" pitchFamily="50" charset="-128"/>
              </a:rPr>
              <a:t>］</a:t>
            </a:r>
            <a:endParaRPr lang="en-US" altLang="ja-JP" sz="1400" dirty="0">
              <a:latin typeface="+mj-lt"/>
              <a:ea typeface="ＭＳ Ｐゴシック" panose="020B0600070205080204" pitchFamily="50" charset="-128"/>
            </a:endParaRPr>
          </a:p>
        </p:txBody>
      </p:sp>
      <p:cxnSp>
        <p:nvCxnSpPr>
          <p:cNvPr id="48" name="直線矢印コネクタ 47">
            <a:extLst>
              <a:ext uri="{FF2B5EF4-FFF2-40B4-BE49-F238E27FC236}">
                <a16:creationId xmlns:a16="http://schemas.microsoft.com/office/drawing/2014/main" id="{70484679-8CEC-4DE1-BB03-0E5AB86CB31D}"/>
              </a:ext>
            </a:extLst>
          </p:cNvPr>
          <p:cNvCxnSpPr/>
          <p:nvPr/>
        </p:nvCxnSpPr>
        <p:spPr>
          <a:xfrm>
            <a:off x="4055806" y="3429000"/>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49" name="吹き出し: 角を丸めた四角形 48">
            <a:extLst>
              <a:ext uri="{FF2B5EF4-FFF2-40B4-BE49-F238E27FC236}">
                <a16:creationId xmlns:a16="http://schemas.microsoft.com/office/drawing/2014/main" id="{52C68E5E-8C6C-45B5-AFBE-CAF003FBB3FD}"/>
              </a:ext>
            </a:extLst>
          </p:cNvPr>
          <p:cNvSpPr/>
          <p:nvPr/>
        </p:nvSpPr>
        <p:spPr>
          <a:xfrm>
            <a:off x="1273643" y="2290061"/>
            <a:ext cx="765724" cy="584775"/>
          </a:xfrm>
          <a:prstGeom prst="wedgeRoundRectCallout">
            <a:avLst>
              <a:gd name="adj1" fmla="val 31733"/>
              <a:gd name="adj2" fmla="val 81753"/>
              <a:gd name="adj3" fmla="val 16667"/>
            </a:avLst>
          </a:prstGeom>
          <a:solidFill>
            <a:srgbClr val="EC9A06">
              <a:alpha val="5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“n”</a:t>
            </a:r>
            <a:endParaRPr kumimoji="1" lang="ja-JP" altLang="en-US" sz="2000" dirty="0">
              <a:solidFill>
                <a:schemeClr val="tx1"/>
              </a:solidFill>
            </a:endParaRPr>
          </a:p>
        </p:txBody>
      </p:sp>
      <p:sp>
        <p:nvSpPr>
          <p:cNvPr id="52" name="吹き出し: 角を丸めた四角形 51">
            <a:extLst>
              <a:ext uri="{FF2B5EF4-FFF2-40B4-BE49-F238E27FC236}">
                <a16:creationId xmlns:a16="http://schemas.microsoft.com/office/drawing/2014/main" id="{4B0496E7-FCB0-4803-B93E-51A44064CDE3}"/>
              </a:ext>
            </a:extLst>
          </p:cNvPr>
          <p:cNvSpPr/>
          <p:nvPr/>
        </p:nvSpPr>
        <p:spPr>
          <a:xfrm>
            <a:off x="4944545" y="2290061"/>
            <a:ext cx="1032387" cy="584775"/>
          </a:xfrm>
          <a:prstGeom prst="wedgeRoundRectCallout">
            <a:avLst>
              <a:gd name="adj1" fmla="val 31733"/>
              <a:gd name="adj2" fmla="val 81753"/>
              <a:gd name="adj3" fmla="val 16667"/>
            </a:avLst>
          </a:prstGeom>
          <a:solidFill>
            <a:srgbClr val="EC9A06">
              <a:alpha val="5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“num”</a:t>
            </a:r>
            <a:endParaRPr kumimoji="1" lang="ja-JP" altLang="en-US" sz="2000" dirty="0">
              <a:solidFill>
                <a:schemeClr val="tx1"/>
              </a:solidFill>
            </a:endParaRPr>
          </a:p>
        </p:txBody>
      </p:sp>
      <p:sp>
        <p:nvSpPr>
          <p:cNvPr id="54" name="テキスト ボックス 53">
            <a:extLst>
              <a:ext uri="{FF2B5EF4-FFF2-40B4-BE49-F238E27FC236}">
                <a16:creationId xmlns:a16="http://schemas.microsoft.com/office/drawing/2014/main" id="{935EFBC2-6EA4-4665-BE78-A7731F8DB00C}"/>
              </a:ext>
            </a:extLst>
          </p:cNvPr>
          <p:cNvSpPr txBox="1"/>
          <p:nvPr/>
        </p:nvSpPr>
        <p:spPr>
          <a:xfrm>
            <a:off x="2635916" y="5035837"/>
            <a:ext cx="697627" cy="400110"/>
          </a:xfrm>
          <a:prstGeom prst="rect">
            <a:avLst/>
          </a:prstGeom>
          <a:noFill/>
        </p:spPr>
        <p:txBody>
          <a:bodyPr wrap="none" rtlCol="0">
            <a:spAutoFit/>
          </a:bodyPr>
          <a:lstStyle/>
          <a:p>
            <a:pPr algn="l"/>
            <a:r>
              <a:rPr kumimoji="1" lang="ja-JP" altLang="en-US" sz="2000" dirty="0"/>
              <a:t>削除</a:t>
            </a:r>
          </a:p>
        </p:txBody>
      </p:sp>
      <p:sp>
        <p:nvSpPr>
          <p:cNvPr id="55" name="フローチャート: 結合子 54">
            <a:extLst>
              <a:ext uri="{FF2B5EF4-FFF2-40B4-BE49-F238E27FC236}">
                <a16:creationId xmlns:a16="http://schemas.microsoft.com/office/drawing/2014/main" id="{F75C0DCA-4E33-4BBA-996D-3069859B26FD}"/>
              </a:ext>
            </a:extLst>
          </p:cNvPr>
          <p:cNvSpPr/>
          <p:nvPr/>
        </p:nvSpPr>
        <p:spPr>
          <a:xfrm>
            <a:off x="2341713" y="5100139"/>
            <a:ext cx="271505" cy="271505"/>
          </a:xfrm>
          <a:prstGeom prst="flowChartConnector">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3A715701-A81E-4827-97E0-C91280BEE732}"/>
              </a:ext>
            </a:extLst>
          </p:cNvPr>
          <p:cNvSpPr txBox="1"/>
          <p:nvPr/>
        </p:nvSpPr>
        <p:spPr>
          <a:xfrm>
            <a:off x="3825402" y="5038766"/>
            <a:ext cx="697627" cy="400110"/>
          </a:xfrm>
          <a:prstGeom prst="rect">
            <a:avLst/>
          </a:prstGeom>
          <a:noFill/>
        </p:spPr>
        <p:txBody>
          <a:bodyPr wrap="none" rtlCol="0">
            <a:spAutoFit/>
          </a:bodyPr>
          <a:lstStyle/>
          <a:p>
            <a:pPr algn="l"/>
            <a:r>
              <a:rPr kumimoji="1" lang="ja-JP" altLang="en-US" sz="2000" dirty="0"/>
              <a:t>挿入</a:t>
            </a:r>
          </a:p>
        </p:txBody>
      </p:sp>
      <p:sp>
        <p:nvSpPr>
          <p:cNvPr id="57" name="フローチャート: 結合子 56">
            <a:extLst>
              <a:ext uri="{FF2B5EF4-FFF2-40B4-BE49-F238E27FC236}">
                <a16:creationId xmlns:a16="http://schemas.microsoft.com/office/drawing/2014/main" id="{9F070BD8-C99B-45CF-B32C-7479C75B493B}"/>
              </a:ext>
            </a:extLst>
          </p:cNvPr>
          <p:cNvSpPr/>
          <p:nvPr/>
        </p:nvSpPr>
        <p:spPr>
          <a:xfrm>
            <a:off x="3531199" y="5103068"/>
            <a:ext cx="271505" cy="271505"/>
          </a:xfrm>
          <a:prstGeom prst="flowChartConnector">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8929DDB4-E3F6-40BE-AA9E-54C6EB4E9C6B}"/>
              </a:ext>
            </a:extLst>
          </p:cNvPr>
          <p:cNvSpPr txBox="1"/>
          <p:nvPr/>
        </p:nvSpPr>
        <p:spPr>
          <a:xfrm>
            <a:off x="5010966" y="5032328"/>
            <a:ext cx="697627" cy="400110"/>
          </a:xfrm>
          <a:prstGeom prst="rect">
            <a:avLst/>
          </a:prstGeom>
          <a:noFill/>
        </p:spPr>
        <p:txBody>
          <a:bodyPr wrap="none" rtlCol="0">
            <a:spAutoFit/>
          </a:bodyPr>
          <a:lstStyle/>
          <a:p>
            <a:pPr algn="l"/>
            <a:r>
              <a:rPr kumimoji="1" lang="ja-JP" altLang="en-US" sz="2000" dirty="0"/>
              <a:t>移動</a:t>
            </a:r>
          </a:p>
        </p:txBody>
      </p:sp>
      <p:sp>
        <p:nvSpPr>
          <p:cNvPr id="59" name="フローチャート: 結合子 58">
            <a:extLst>
              <a:ext uri="{FF2B5EF4-FFF2-40B4-BE49-F238E27FC236}">
                <a16:creationId xmlns:a16="http://schemas.microsoft.com/office/drawing/2014/main" id="{EBD6DBAD-9868-4F52-80C5-CA90A2B5D3E1}"/>
              </a:ext>
            </a:extLst>
          </p:cNvPr>
          <p:cNvSpPr/>
          <p:nvPr/>
        </p:nvSpPr>
        <p:spPr>
          <a:xfrm>
            <a:off x="4716763" y="5096630"/>
            <a:ext cx="271505" cy="271505"/>
          </a:xfrm>
          <a:prstGeom prst="flowChartConnector">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3435BC2E-6355-4D49-A83B-A3D616B5A0F3}"/>
              </a:ext>
            </a:extLst>
          </p:cNvPr>
          <p:cNvSpPr txBox="1"/>
          <p:nvPr/>
        </p:nvSpPr>
        <p:spPr>
          <a:xfrm>
            <a:off x="6194983" y="5032328"/>
            <a:ext cx="697627" cy="400110"/>
          </a:xfrm>
          <a:prstGeom prst="rect">
            <a:avLst/>
          </a:prstGeom>
          <a:noFill/>
        </p:spPr>
        <p:txBody>
          <a:bodyPr wrap="none" rtlCol="0">
            <a:spAutoFit/>
          </a:bodyPr>
          <a:lstStyle/>
          <a:p>
            <a:pPr algn="l"/>
            <a:r>
              <a:rPr kumimoji="1" lang="ja-JP" altLang="en-US" sz="2000" dirty="0"/>
              <a:t>更新</a:t>
            </a:r>
          </a:p>
        </p:txBody>
      </p:sp>
      <p:sp>
        <p:nvSpPr>
          <p:cNvPr id="61" name="フローチャート: 結合子 60">
            <a:extLst>
              <a:ext uri="{FF2B5EF4-FFF2-40B4-BE49-F238E27FC236}">
                <a16:creationId xmlns:a16="http://schemas.microsoft.com/office/drawing/2014/main" id="{3BEEFD98-EC36-4117-AE6C-A97884AA2B3F}"/>
              </a:ext>
            </a:extLst>
          </p:cNvPr>
          <p:cNvSpPr/>
          <p:nvPr/>
        </p:nvSpPr>
        <p:spPr>
          <a:xfrm>
            <a:off x="5900780" y="5096630"/>
            <a:ext cx="271505" cy="271505"/>
          </a:xfrm>
          <a:prstGeom prst="flowChartConnector">
            <a:avLst/>
          </a:prstGeom>
          <a:solidFill>
            <a:srgbClr val="EC9A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45378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03BD07-19BE-45CF-9FD3-35C8E23980DB}"/>
              </a:ext>
            </a:extLst>
          </p:cNvPr>
          <p:cNvSpPr>
            <a:spLocks noGrp="1"/>
          </p:cNvSpPr>
          <p:nvPr>
            <p:ph type="title"/>
          </p:nvPr>
        </p:nvSpPr>
        <p:spPr/>
        <p:txBody>
          <a:bodyPr>
            <a:normAutofit/>
          </a:bodyPr>
          <a:lstStyle/>
          <a:p>
            <a:r>
              <a:rPr kumimoji="1" lang="en-US" altLang="ja-JP" dirty="0" err="1"/>
              <a:t>GumTree</a:t>
            </a:r>
            <a:r>
              <a:rPr kumimoji="1" lang="ja-JP" altLang="en-US" dirty="0"/>
              <a:t>で出力される差分の例</a:t>
            </a:r>
          </a:p>
        </p:txBody>
      </p:sp>
      <p:sp>
        <p:nvSpPr>
          <p:cNvPr id="3" name="コンテンツ プレースホルダー 2">
            <a:extLst>
              <a:ext uri="{FF2B5EF4-FFF2-40B4-BE49-F238E27FC236}">
                <a16:creationId xmlns:a16="http://schemas.microsoft.com/office/drawing/2014/main" id="{349E2A07-BA36-4A77-AD2E-BF480589CB18}"/>
              </a:ext>
            </a:extLst>
          </p:cNvPr>
          <p:cNvSpPr>
            <a:spLocks noGrp="1"/>
          </p:cNvSpPr>
          <p:nvPr>
            <p:ph idx="1"/>
          </p:nvPr>
        </p:nvSpPr>
        <p:spPr/>
        <p:txBody>
          <a:bodyPr/>
          <a:lstStyle/>
          <a:p>
            <a:r>
              <a:rPr lang="ja-JP" altLang="en-US" dirty="0"/>
              <a:t>編集スクリプトと呼ばれる</a:t>
            </a:r>
            <a:endParaRPr lang="en-US" altLang="ja-JP" dirty="0"/>
          </a:p>
        </p:txBody>
      </p:sp>
      <p:sp>
        <p:nvSpPr>
          <p:cNvPr id="4" name="スライド番号プレースホルダー 3">
            <a:extLst>
              <a:ext uri="{FF2B5EF4-FFF2-40B4-BE49-F238E27FC236}">
                <a16:creationId xmlns:a16="http://schemas.microsoft.com/office/drawing/2014/main" id="{3091E747-7275-4C84-BA04-5C8807CB066B}"/>
              </a:ext>
            </a:extLst>
          </p:cNvPr>
          <p:cNvSpPr>
            <a:spLocks noGrp="1"/>
          </p:cNvSpPr>
          <p:nvPr>
            <p:ph type="sldNum" sz="quarter" idx="4"/>
          </p:nvPr>
        </p:nvSpPr>
        <p:spPr/>
        <p:txBody>
          <a:bodyPr/>
          <a:lstStyle/>
          <a:p>
            <a:fld id="{3D1E95EC-FA06-447C-B439-F51D604829FB}" type="slidenum">
              <a:rPr kumimoji="1" lang="ja-JP" altLang="en-US" smtClean="0"/>
              <a:pPr/>
              <a:t>21</a:t>
            </a:fld>
            <a:endParaRPr kumimoji="1" lang="ja-JP" altLang="en-US" dirty="0"/>
          </a:p>
        </p:txBody>
      </p:sp>
      <p:sp>
        <p:nvSpPr>
          <p:cNvPr id="5" name="テキスト ボックス 4">
            <a:extLst>
              <a:ext uri="{FF2B5EF4-FFF2-40B4-BE49-F238E27FC236}">
                <a16:creationId xmlns:a16="http://schemas.microsoft.com/office/drawing/2014/main" id="{C9E7CA89-283B-484A-AA80-156EF2CFEFD3}"/>
              </a:ext>
            </a:extLst>
          </p:cNvPr>
          <p:cNvSpPr txBox="1"/>
          <p:nvPr/>
        </p:nvSpPr>
        <p:spPr>
          <a:xfrm flipH="1">
            <a:off x="988788" y="2118557"/>
            <a:ext cx="7166423" cy="3046988"/>
          </a:xfrm>
          <a:prstGeom prst="rect">
            <a:avLst/>
          </a:prstGeom>
          <a:noFill/>
          <a:ln w="28575">
            <a:solidFill>
              <a:schemeClr val="tx1"/>
            </a:solidFill>
          </a:ln>
        </p:spPr>
        <p:txBody>
          <a:bodyPr wrap="square" rtlCol="0">
            <a:spAutoFit/>
          </a:bodyPr>
          <a:lstStyle/>
          <a:p>
            <a:pPr algn="l"/>
            <a:r>
              <a:rPr kumimoji="1" lang="pt-BR" altLang="ja-JP" sz="2400" dirty="0">
                <a:latin typeface="Consolas" panose="020B0609020204030204" pitchFamily="49" charset="0"/>
                <a:ea typeface="Ricty Diminished" panose="020B0509020203020207" pitchFamily="49" charset="-128"/>
              </a:rPr>
              <a:t>update-nodeSimpleName: number [278,284]</a:t>
            </a:r>
          </a:p>
          <a:p>
            <a:pPr algn="l"/>
            <a:r>
              <a:rPr kumimoji="1" lang="pt-BR" altLang="ja-JP" sz="2400" dirty="0">
                <a:latin typeface="Consolas" panose="020B0609020204030204" pitchFamily="49" charset="0"/>
                <a:ea typeface="Ricty Diminished" panose="020B0509020203020207" pitchFamily="49" charset="-128"/>
              </a:rPr>
              <a:t>insert-treeExpressionStatement [365,369]</a:t>
            </a:r>
          </a:p>
          <a:p>
            <a:pPr algn="l"/>
            <a:r>
              <a:rPr kumimoji="1" lang="pt-BR" altLang="ja-JP" sz="2400" dirty="0">
                <a:latin typeface="Consolas" panose="020B0609020204030204" pitchFamily="49" charset="0"/>
                <a:ea typeface="Ricty Diminished" panose="020B0509020203020207" pitchFamily="49" charset="-128"/>
              </a:rPr>
              <a:t>update-nodeSimpleName: number [221,227]</a:t>
            </a:r>
          </a:p>
          <a:p>
            <a:pPr algn="l"/>
            <a:r>
              <a:rPr kumimoji="1" lang="pt-BR" altLang="ja-JP" sz="2400" dirty="0">
                <a:latin typeface="Consolas" panose="020B0609020204030204" pitchFamily="49" charset="0"/>
                <a:ea typeface="Ricty Diminished" panose="020B0509020203020207" pitchFamily="49" charset="-128"/>
              </a:rPr>
              <a:t>update-nodeSimpleName: number [402,408]</a:t>
            </a:r>
          </a:p>
          <a:p>
            <a:pPr algn="l"/>
            <a:r>
              <a:rPr kumimoji="1" lang="pt-BR" altLang="ja-JP" sz="2400" dirty="0">
                <a:latin typeface="Consolas" panose="020B0609020204030204" pitchFamily="49" charset="0"/>
                <a:ea typeface="Ricty Diminished" panose="020B0509020203020207" pitchFamily="49" charset="-128"/>
              </a:rPr>
              <a:t>update-nodeSimpleName: number [296,302]</a:t>
            </a:r>
          </a:p>
          <a:p>
            <a:pPr algn="l"/>
            <a:r>
              <a:rPr kumimoji="1" lang="pt-BR" altLang="ja-JP" sz="2400" dirty="0">
                <a:latin typeface="Consolas" panose="020B0609020204030204" pitchFamily="49" charset="0"/>
                <a:ea typeface="Ricty Diminished" panose="020B0509020203020207" pitchFamily="49" charset="-128"/>
              </a:rPr>
              <a:t>update-nodeSimpleName: number [326,332]</a:t>
            </a:r>
          </a:p>
          <a:p>
            <a:pPr algn="l"/>
            <a:r>
              <a:rPr kumimoji="1" lang="pt-BR" altLang="ja-JP" sz="2400" dirty="0">
                <a:latin typeface="Consolas" panose="020B0609020204030204" pitchFamily="49" charset="0"/>
                <a:ea typeface="Ricty Diminished" panose="020B0509020203020207" pitchFamily="49" charset="-128"/>
              </a:rPr>
              <a:t>update-nodeSimpleName: number [346,352]</a:t>
            </a:r>
          </a:p>
          <a:p>
            <a:pPr algn="l"/>
            <a:r>
              <a:rPr kumimoji="1" lang="pt-BR" altLang="ja-JP" sz="2400" dirty="0">
                <a:latin typeface="Consolas" panose="020B0609020204030204" pitchFamily="49" charset="0"/>
                <a:ea typeface="Ricty Diminished" panose="020B0509020203020207" pitchFamily="49" charset="-128"/>
              </a:rPr>
              <a:t>update-nodeSimpleName: number [375,381]</a:t>
            </a:r>
          </a:p>
        </p:txBody>
      </p:sp>
    </p:spTree>
    <p:extLst>
      <p:ext uri="{BB962C8B-B14F-4D97-AF65-F5344CB8AC3E}">
        <p14:creationId xmlns:p14="http://schemas.microsoft.com/office/powerpoint/2010/main" val="1480711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03BD07-19BE-45CF-9FD3-35C8E23980DB}"/>
              </a:ext>
            </a:extLst>
          </p:cNvPr>
          <p:cNvSpPr>
            <a:spLocks noGrp="1"/>
          </p:cNvSpPr>
          <p:nvPr>
            <p:ph type="title"/>
          </p:nvPr>
        </p:nvSpPr>
        <p:spPr/>
        <p:txBody>
          <a:bodyPr>
            <a:normAutofit/>
          </a:bodyPr>
          <a:lstStyle/>
          <a:p>
            <a:r>
              <a:rPr kumimoji="1" lang="en-US" altLang="ja-JP" dirty="0" err="1"/>
              <a:t>GumTree</a:t>
            </a:r>
            <a:r>
              <a:rPr kumimoji="1" lang="ja-JP" altLang="en-US" dirty="0"/>
              <a:t>を利用した類似度計算</a:t>
            </a:r>
          </a:p>
        </p:txBody>
      </p:sp>
      <p:sp>
        <p:nvSpPr>
          <p:cNvPr id="3" name="コンテンツ プレースホルダー 2">
            <a:extLst>
              <a:ext uri="{FF2B5EF4-FFF2-40B4-BE49-F238E27FC236}">
                <a16:creationId xmlns:a16="http://schemas.microsoft.com/office/drawing/2014/main" id="{349E2A07-BA36-4A77-AD2E-BF480589CB18}"/>
              </a:ext>
            </a:extLst>
          </p:cNvPr>
          <p:cNvSpPr>
            <a:spLocks noGrp="1"/>
          </p:cNvSpPr>
          <p:nvPr>
            <p:ph idx="1"/>
          </p:nvPr>
        </p:nvSpPr>
        <p:spPr/>
        <p:txBody>
          <a:bodyPr/>
          <a:lstStyle/>
          <a:p>
            <a:r>
              <a:rPr lang="ja-JP" altLang="en-US" dirty="0"/>
              <a:t>編集スクリプトを使用し類似度を計算</a:t>
            </a:r>
            <a:endParaRPr lang="en-US" altLang="ja-JP" dirty="0"/>
          </a:p>
        </p:txBody>
      </p:sp>
      <p:sp>
        <p:nvSpPr>
          <p:cNvPr id="4" name="スライド番号プレースホルダー 3">
            <a:extLst>
              <a:ext uri="{FF2B5EF4-FFF2-40B4-BE49-F238E27FC236}">
                <a16:creationId xmlns:a16="http://schemas.microsoft.com/office/drawing/2014/main" id="{3091E747-7275-4C84-BA04-5C8807CB066B}"/>
              </a:ext>
            </a:extLst>
          </p:cNvPr>
          <p:cNvSpPr>
            <a:spLocks noGrp="1"/>
          </p:cNvSpPr>
          <p:nvPr>
            <p:ph type="sldNum" sz="quarter" idx="4"/>
          </p:nvPr>
        </p:nvSpPr>
        <p:spPr/>
        <p:txBody>
          <a:bodyPr/>
          <a:lstStyle/>
          <a:p>
            <a:fld id="{3D1E95EC-FA06-447C-B439-F51D604829FB}" type="slidenum">
              <a:rPr kumimoji="1" lang="ja-JP" altLang="en-US" smtClean="0"/>
              <a:pPr/>
              <a:t>22</a:t>
            </a:fld>
            <a:endParaRPr kumimoji="1" lang="ja-JP" altLang="en-US"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82B3160D-A18A-41AE-850D-8423C828D0F9}"/>
                  </a:ext>
                </a:extLst>
              </p:cNvPr>
              <p:cNvSpPr txBox="1"/>
              <p:nvPr/>
            </p:nvSpPr>
            <p:spPr>
              <a:xfrm>
                <a:off x="2657581" y="2247705"/>
                <a:ext cx="3828835" cy="9694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𝑆</m:t>
                      </m:r>
                      <m:r>
                        <a:rPr kumimoji="1" lang="en-US" altLang="ja-JP" sz="2800" i="1" smtClean="0">
                          <a:latin typeface="Cambria Math" panose="02040503050406030204" pitchFamily="18" charset="0"/>
                          <a:ea typeface="Cambria Math" panose="02040503050406030204" pitchFamily="18" charset="0"/>
                          <a:cs typeface="Arial" panose="020B0604020202020204" pitchFamily="34" charset="0"/>
                        </a:rPr>
                        <m:t>=</m:t>
                      </m:r>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1−</m:t>
                      </m:r>
                      <m:f>
                        <m:fPr>
                          <m:ctrlP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ctrlPr>
                        </m:fPr>
                        <m:num>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𝐿</m:t>
                          </m:r>
                        </m:num>
                        <m:den>
                          <m:sSub>
                            <m:sSubPr>
                              <m:ctrlP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ctrlPr>
                            </m:sSubPr>
                            <m:e>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𝑇</m:t>
                              </m:r>
                            </m:e>
                            <m:sub>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1</m:t>
                              </m:r>
                            </m:sub>
                          </m:sSub>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ctrlPr>
                            </m:sSubPr>
                            <m:e>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𝑇</m:t>
                              </m:r>
                            </m:e>
                            <m:sub>
                              <m:r>
                                <a:rPr kumimoji="1" lang="en-US" altLang="ja-JP" sz="2800" b="0" i="1" smtClean="0">
                                  <a:latin typeface="Cambria Math" panose="02040503050406030204" pitchFamily="18" charset="0"/>
                                  <a:ea typeface="Cambria Math" panose="02040503050406030204" pitchFamily="18" charset="0"/>
                                  <a:cs typeface="Arial" panose="020B0604020202020204" pitchFamily="34" charset="0"/>
                                </a:rPr>
                                <m:t>2</m:t>
                              </m:r>
                            </m:sub>
                          </m:sSub>
                        </m:den>
                      </m:f>
                    </m:oMath>
                  </m:oMathPara>
                </a14:m>
                <a:endParaRPr kumimoji="1" lang="en-US" altLang="ja-JP" sz="2800" dirty="0">
                  <a:latin typeface="Arial" panose="020B0604020202020204" pitchFamily="34" charset="0"/>
                  <a:ea typeface="ＭＳ ゴシック" panose="020B0609070205080204" pitchFamily="49" charset="-128"/>
                  <a:cs typeface="Arial" panose="020B0604020202020204" pitchFamily="34" charset="0"/>
                </a:endParaRPr>
              </a:p>
            </p:txBody>
          </p:sp>
        </mc:Choice>
        <mc:Fallback xmlns="">
          <p:sp>
            <p:nvSpPr>
              <p:cNvPr id="6" name="テキスト ボックス 5">
                <a:extLst>
                  <a:ext uri="{FF2B5EF4-FFF2-40B4-BE49-F238E27FC236}">
                    <a16:creationId xmlns:a16="http://schemas.microsoft.com/office/drawing/2014/main" id="{82B3160D-A18A-41AE-850D-8423C828D0F9}"/>
                  </a:ext>
                </a:extLst>
              </p:cNvPr>
              <p:cNvSpPr txBox="1">
                <a:spLocks noRot="1" noChangeAspect="1" noMove="1" noResize="1" noEditPoints="1" noAdjustHandles="1" noChangeArrowheads="1" noChangeShapeType="1" noTextEdit="1"/>
              </p:cNvSpPr>
              <p:nvPr/>
            </p:nvSpPr>
            <p:spPr>
              <a:xfrm>
                <a:off x="2657581" y="2247705"/>
                <a:ext cx="3828835" cy="969433"/>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70AF43D0-20C4-4A22-93B8-27036AD6AE6C}"/>
                  </a:ext>
                </a:extLst>
              </p:cNvPr>
              <p:cNvSpPr txBox="1"/>
              <p:nvPr/>
            </p:nvSpPr>
            <p:spPr>
              <a:xfrm>
                <a:off x="1391087" y="3901332"/>
                <a:ext cx="6440477" cy="1569660"/>
              </a:xfrm>
              <a:prstGeom prst="rect">
                <a:avLst/>
              </a:prstGeom>
              <a:noFill/>
            </p:spPr>
            <p:txBody>
              <a:bodyPr wrap="square">
                <a:spAutoFit/>
              </a:bodyPr>
              <a:lstStyle/>
              <a:p>
                <a14:m>
                  <m:oMath xmlns:m="http://schemas.openxmlformats.org/officeDocument/2006/math">
                    <m:sSub>
                      <m:sSubPr>
                        <m:ctrlP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ctrlPr>
                      </m:sSubPr>
                      <m:e>
                        <m:r>
                          <a:rPr kumimoji="1" lang="en-US" altLang="ja-JP" sz="2400" i="1" smtClean="0">
                            <a:latin typeface="Cambria Math" panose="02040503050406030204" pitchFamily="18" charset="0"/>
                            <a:ea typeface="Cambria Math" panose="02040503050406030204" pitchFamily="18" charset="0"/>
                            <a:cs typeface="Arial" panose="020B0604020202020204" pitchFamily="34" charset="0"/>
                          </a:rPr>
                          <m:t>𝑆</m:t>
                        </m:r>
                      </m:e>
                      <m:sub>
                        <m: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t> </m:t>
                        </m:r>
                      </m:sub>
                    </m:sSub>
                    <m:r>
                      <a:rPr kumimoji="1" lang="en-US" altLang="ja-JP" sz="2400" b="0" i="0" smtClean="0">
                        <a:latin typeface="Cambria Math" panose="02040503050406030204" pitchFamily="18" charset="0"/>
                        <a:ea typeface="Cambria Math" panose="02040503050406030204" pitchFamily="18" charset="0"/>
                        <a:cs typeface="Arial" panose="020B0604020202020204" pitchFamily="34" charset="0"/>
                      </a:rPr>
                      <m:t> </m:t>
                    </m:r>
                    <m:r>
                      <a:rPr kumimoji="1" lang="ja-JP" altLang="en-US" sz="2400" i="0" smtClean="0">
                        <a:latin typeface="Cambria Math" panose="02040503050406030204" pitchFamily="18" charset="0"/>
                        <a:ea typeface="ＭＳ ゴシック" panose="020B0609070205080204" pitchFamily="49" charset="-128"/>
                        <a:cs typeface="Arial" panose="020B0604020202020204" pitchFamily="34" charset="0"/>
                      </a:rPr>
                      <m:t>：</m:t>
                    </m:r>
                  </m:oMath>
                </a14:m>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類似度</a:t>
                </a:r>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a:p>
                <a14:m>
                  <m:oMath xmlns:m="http://schemas.openxmlformats.org/officeDocument/2006/math">
                    <m:sSub>
                      <m:sSubPr>
                        <m:ctrlP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ctrlPr>
                      </m:sSubPr>
                      <m:e>
                        <m:r>
                          <a:rPr kumimoji="1" lang="en-US" altLang="ja-JP" sz="2400" i="1" smtClean="0">
                            <a:latin typeface="Cambria Math" panose="02040503050406030204" pitchFamily="18" charset="0"/>
                            <a:ea typeface="Cambria Math" panose="02040503050406030204" pitchFamily="18" charset="0"/>
                            <a:cs typeface="Arial" panose="020B0604020202020204" pitchFamily="34" charset="0"/>
                          </a:rPr>
                          <m:t>𝑇</m:t>
                        </m:r>
                      </m:e>
                      <m:sub>
                        <m: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t>1</m:t>
                        </m:r>
                      </m:sub>
                    </m:sSub>
                    <m:r>
                      <a:rPr kumimoji="1" lang="ja-JP" altLang="en-US" sz="2400" i="1" smtClean="0">
                        <a:latin typeface="Cambria Math" panose="02040503050406030204" pitchFamily="18" charset="0"/>
                        <a:ea typeface="Cambria Math" panose="02040503050406030204" pitchFamily="18" charset="0"/>
                        <a:cs typeface="Arial" panose="020B0604020202020204" pitchFamily="34" charset="0"/>
                      </a:rPr>
                      <m:t>：</m:t>
                    </m:r>
                  </m:oMath>
                </a14:m>
                <a: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t>1</a:t>
                </a: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つ目のコードの</a:t>
                </a:r>
                <a: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t>AST</a:t>
                </a: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に含まれるノード数</a:t>
                </a:r>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a:p>
                <a14:m>
                  <m:oMath xmlns:m="http://schemas.openxmlformats.org/officeDocument/2006/math">
                    <m:sSub>
                      <m:sSubPr>
                        <m:ctrlP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ctrlPr>
                      </m:sSubPr>
                      <m:e>
                        <m:r>
                          <a:rPr kumimoji="1" lang="en-US" altLang="ja-JP" sz="2400" i="1" smtClean="0">
                            <a:latin typeface="Cambria Math" panose="02040503050406030204" pitchFamily="18" charset="0"/>
                            <a:ea typeface="Cambria Math" panose="02040503050406030204" pitchFamily="18" charset="0"/>
                            <a:cs typeface="Arial" panose="020B0604020202020204" pitchFamily="34" charset="0"/>
                          </a:rPr>
                          <m:t>𝑇</m:t>
                        </m:r>
                      </m:e>
                      <m:sub>
                        <m: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t>2</m:t>
                        </m:r>
                      </m:sub>
                    </m:sSub>
                    <m:r>
                      <a:rPr kumimoji="1" lang="ja-JP" altLang="en-US" sz="2400" i="1" smtClean="0">
                        <a:latin typeface="Cambria Math" panose="02040503050406030204" pitchFamily="18" charset="0"/>
                        <a:ea typeface="Cambria Math" panose="02040503050406030204" pitchFamily="18" charset="0"/>
                        <a:cs typeface="Arial" panose="020B0604020202020204" pitchFamily="34" charset="0"/>
                      </a:rPr>
                      <m:t>：</m:t>
                    </m:r>
                  </m:oMath>
                </a14:m>
                <a: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t>2</a:t>
                </a: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つ目のコードの</a:t>
                </a:r>
                <a:r>
                  <a:rPr kumimoji="1" lang="en-US" altLang="ja-JP" sz="2400" dirty="0">
                    <a:latin typeface="Arial" panose="020B0604020202020204" pitchFamily="34" charset="0"/>
                    <a:ea typeface="ＭＳ ゴシック" panose="020B0609070205080204" pitchFamily="49" charset="-128"/>
                    <a:cs typeface="Arial" panose="020B0604020202020204" pitchFamily="34" charset="0"/>
                  </a:rPr>
                  <a:t>AST</a:t>
                </a:r>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に含まれるノード数</a:t>
                </a:r>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a:p>
                <a14:m>
                  <m:oMath xmlns:m="http://schemas.openxmlformats.org/officeDocument/2006/math">
                    <m:sSub>
                      <m:sSubPr>
                        <m:ctrlP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ctrlPr>
                      </m:sSubPr>
                      <m:e>
                        <m: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t>𝐿</m:t>
                        </m:r>
                      </m:e>
                      <m:sub>
                        <m: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t> </m:t>
                        </m:r>
                      </m:sub>
                    </m:sSub>
                    <m:r>
                      <a:rPr kumimoji="1" lang="en-US" altLang="ja-JP" sz="2400" b="0" i="1" smtClean="0">
                        <a:latin typeface="Cambria Math" panose="02040503050406030204" pitchFamily="18" charset="0"/>
                        <a:ea typeface="Cambria Math" panose="02040503050406030204" pitchFamily="18" charset="0"/>
                        <a:cs typeface="Arial" panose="020B0604020202020204" pitchFamily="34" charset="0"/>
                      </a:rPr>
                      <m:t> </m:t>
                    </m:r>
                    <m:r>
                      <a:rPr kumimoji="1" lang="ja-JP" altLang="en-US" sz="2400" i="1" smtClean="0">
                        <a:latin typeface="Cambria Math" panose="02040503050406030204" pitchFamily="18" charset="0"/>
                        <a:ea typeface="Cambria Math" panose="02040503050406030204" pitchFamily="18" charset="0"/>
                        <a:cs typeface="Arial" panose="020B0604020202020204" pitchFamily="34" charset="0"/>
                      </a:rPr>
                      <m:t>：</m:t>
                    </m:r>
                  </m:oMath>
                </a14:m>
                <a:r>
                  <a:rPr kumimoji="1" lang="ja-JP" altLang="en-US" sz="2400" dirty="0">
                    <a:latin typeface="Arial" panose="020B0604020202020204" pitchFamily="34" charset="0"/>
                    <a:ea typeface="ＭＳ ゴシック" panose="020B0609070205080204" pitchFamily="49" charset="-128"/>
                    <a:cs typeface="Arial" panose="020B0604020202020204" pitchFamily="34" charset="0"/>
                  </a:rPr>
                  <a:t>編集スクリプトの行数</a:t>
                </a:r>
                <a:endParaRPr kumimoji="1" lang="en-US" altLang="ja-JP" sz="2400" dirty="0">
                  <a:latin typeface="Arial" panose="020B0604020202020204" pitchFamily="34" charset="0"/>
                  <a:ea typeface="ＭＳ ゴシック" panose="020B0609070205080204" pitchFamily="49" charset="-128"/>
                  <a:cs typeface="Arial" panose="020B0604020202020204" pitchFamily="34" charset="0"/>
                </a:endParaRPr>
              </a:p>
            </p:txBody>
          </p:sp>
        </mc:Choice>
        <mc:Fallback xmlns="">
          <p:sp>
            <p:nvSpPr>
              <p:cNvPr id="7" name="テキスト ボックス 6">
                <a:extLst>
                  <a:ext uri="{FF2B5EF4-FFF2-40B4-BE49-F238E27FC236}">
                    <a16:creationId xmlns:a16="http://schemas.microsoft.com/office/drawing/2014/main" id="{70AF43D0-20C4-4A22-93B8-27036AD6AE6C}"/>
                  </a:ext>
                </a:extLst>
              </p:cNvPr>
              <p:cNvSpPr txBox="1">
                <a:spLocks noRot="1" noChangeAspect="1" noMove="1" noResize="1" noEditPoints="1" noAdjustHandles="1" noChangeArrowheads="1" noChangeShapeType="1" noTextEdit="1"/>
              </p:cNvSpPr>
              <p:nvPr/>
            </p:nvSpPr>
            <p:spPr>
              <a:xfrm>
                <a:off x="1391087" y="3901332"/>
                <a:ext cx="6440477" cy="1569660"/>
              </a:xfrm>
              <a:prstGeom prst="rect">
                <a:avLst/>
              </a:prstGeom>
              <a:blipFill>
                <a:blip r:embed="rId3"/>
                <a:stretch>
                  <a:fillRect l="-189" t="-4280" r="-1041" b="-7004"/>
                </a:stretch>
              </a:blipFill>
            </p:spPr>
            <p:txBody>
              <a:bodyPr/>
              <a:lstStyle/>
              <a:p>
                <a:r>
                  <a:rPr lang="ja-JP" altLang="en-US">
                    <a:noFill/>
                  </a:rPr>
                  <a:t> </a:t>
                </a:r>
              </a:p>
            </p:txBody>
          </p:sp>
        </mc:Fallback>
      </mc:AlternateContent>
      <p:sp>
        <p:nvSpPr>
          <p:cNvPr id="9" name="TextBox 3">
            <a:extLst>
              <a:ext uri="{FF2B5EF4-FFF2-40B4-BE49-F238E27FC236}">
                <a16:creationId xmlns:a16="http://schemas.microsoft.com/office/drawing/2014/main" id="{6B872F9D-162C-4CF6-8FB4-DDC38AFB0A44}"/>
              </a:ext>
            </a:extLst>
          </p:cNvPr>
          <p:cNvSpPr txBox="1"/>
          <p:nvPr/>
        </p:nvSpPr>
        <p:spPr>
          <a:xfrm>
            <a:off x="0" y="6155187"/>
            <a:ext cx="9144000"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ja-JP" altLang="en-US" sz="1400" dirty="0">
                <a:latin typeface="+mj-lt"/>
                <a:ea typeface="ＭＳ Ｐゴシック" panose="020B0600070205080204" pitchFamily="50" charset="-128"/>
              </a:rPr>
              <a:t>参考</a:t>
            </a:r>
            <a:r>
              <a:rPr lang="en-US" altLang="ja-JP" sz="1400" dirty="0">
                <a:latin typeface="+mj-lt"/>
                <a:ea typeface="ＭＳ Ｐゴシック" panose="020B0600070205080204" pitchFamily="50" charset="-128"/>
              </a:rPr>
              <a:t>) </a:t>
            </a:r>
            <a:r>
              <a:rPr lang="ja-JP" altLang="en-US" sz="1400" dirty="0">
                <a:latin typeface="+mj-lt"/>
                <a:ea typeface="ＭＳ Ｐゴシック" panose="020B0600070205080204" pitchFamily="50" charset="-128"/>
              </a:rPr>
              <a:t>抽象構文木を用いた差分検出手法の活用による</a:t>
            </a:r>
            <a:r>
              <a:rPr lang="en-US" altLang="ja-JP" sz="1400" dirty="0">
                <a:latin typeface="+mj-lt"/>
                <a:ea typeface="ＭＳ Ｐゴシック" panose="020B0600070205080204" pitchFamily="50" charset="-128"/>
              </a:rPr>
              <a:t>Git </a:t>
            </a:r>
            <a:r>
              <a:rPr lang="ja-JP" altLang="en-US" sz="1400" dirty="0">
                <a:latin typeface="+mj-lt"/>
                <a:ea typeface="ＭＳ Ｐゴシック" panose="020B0600070205080204" pitchFamily="50" charset="-128"/>
              </a:rPr>
              <a:t>のファイル追跡機能改善の試み ［藤本 章良 </a:t>
            </a:r>
            <a:r>
              <a:rPr lang="en-US" altLang="ja-JP" sz="1400" dirty="0">
                <a:latin typeface="+mj-lt"/>
                <a:ea typeface="ＭＳ Ｐゴシック" panose="020B0600070205080204" pitchFamily="50" charset="-128"/>
              </a:rPr>
              <a:t>et al : 2021</a:t>
            </a:r>
            <a:r>
              <a:rPr lang="ja-JP" altLang="en-US" sz="1400" dirty="0">
                <a:latin typeface="+mj-lt"/>
                <a:ea typeface="ＭＳ Ｐゴシック" panose="020B0600070205080204" pitchFamily="50" charset="-128"/>
              </a:rPr>
              <a:t>］</a:t>
            </a:r>
            <a:endParaRPr lang="en-US" altLang="ja-JP" sz="1400" dirty="0">
              <a:latin typeface="+mj-lt"/>
              <a:ea typeface="ＭＳ Ｐゴシック" panose="020B0600070205080204" pitchFamily="50" charset="-128"/>
            </a:endParaRPr>
          </a:p>
        </p:txBody>
      </p:sp>
    </p:spTree>
    <p:extLst>
      <p:ext uri="{BB962C8B-B14F-4D97-AF65-F5344CB8AC3E}">
        <p14:creationId xmlns:p14="http://schemas.microsoft.com/office/powerpoint/2010/main" val="957515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F0B65-1110-4D95-BA96-6267733B076C}"/>
              </a:ext>
            </a:extLst>
          </p:cNvPr>
          <p:cNvSpPr>
            <a:spLocks noGrp="1"/>
          </p:cNvSpPr>
          <p:nvPr>
            <p:ph type="title"/>
          </p:nvPr>
        </p:nvSpPr>
        <p:spPr/>
        <p:txBody>
          <a:bodyPr/>
          <a:lstStyle/>
          <a:p>
            <a:r>
              <a:rPr kumimoji="1" lang="ja-JP" altLang="en-US" dirty="0"/>
              <a:t>他の成功例 </a:t>
            </a:r>
            <a:r>
              <a:rPr kumimoji="1" lang="en-US" altLang="ja-JP" dirty="0"/>
              <a:t>(1/2)</a:t>
            </a:r>
            <a:endParaRPr kumimoji="1" lang="ja-JP" altLang="en-US" dirty="0"/>
          </a:p>
        </p:txBody>
      </p:sp>
      <p:sp>
        <p:nvSpPr>
          <p:cNvPr id="3" name="コンテンツ プレースホルダー 2">
            <a:extLst>
              <a:ext uri="{FF2B5EF4-FFF2-40B4-BE49-F238E27FC236}">
                <a16:creationId xmlns:a16="http://schemas.microsoft.com/office/drawing/2014/main" id="{B1115BED-2451-47D8-98D4-CEEF5FE63DAC}"/>
              </a:ext>
            </a:extLst>
          </p:cNvPr>
          <p:cNvSpPr>
            <a:spLocks noGrp="1"/>
          </p:cNvSpPr>
          <p:nvPr>
            <p:ph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3A3D662-19B7-46B7-97F3-A2AE640EAE82}"/>
              </a:ext>
            </a:extLst>
          </p:cNvPr>
          <p:cNvSpPr>
            <a:spLocks noGrp="1"/>
          </p:cNvSpPr>
          <p:nvPr>
            <p:ph type="sldNum" sz="quarter" idx="4"/>
          </p:nvPr>
        </p:nvSpPr>
        <p:spPr/>
        <p:txBody>
          <a:bodyPr/>
          <a:lstStyle/>
          <a:p>
            <a:fld id="{3D1E95EC-FA06-447C-B439-F51D604829FB}" type="slidenum">
              <a:rPr kumimoji="1" lang="ja-JP" altLang="en-US" smtClean="0"/>
              <a:pPr/>
              <a:t>23</a:t>
            </a:fld>
            <a:endParaRPr kumimoji="1" lang="ja-JP" altLang="en-US" dirty="0"/>
          </a:p>
        </p:txBody>
      </p:sp>
      <p:sp>
        <p:nvSpPr>
          <p:cNvPr id="5" name="テキスト ボックス 4">
            <a:extLst>
              <a:ext uri="{FF2B5EF4-FFF2-40B4-BE49-F238E27FC236}">
                <a16:creationId xmlns:a16="http://schemas.microsoft.com/office/drawing/2014/main" id="{3B62AE16-3015-4C1F-ADC2-D2832BB48382}"/>
              </a:ext>
            </a:extLst>
          </p:cNvPr>
          <p:cNvSpPr txBox="1"/>
          <p:nvPr/>
        </p:nvSpPr>
        <p:spPr>
          <a:xfrm>
            <a:off x="3975652" y="3439099"/>
            <a:ext cx="914400" cy="914400"/>
          </a:xfrm>
          <a:prstGeom prst="rect">
            <a:avLst/>
          </a:prstGeom>
          <a:noFill/>
        </p:spPr>
        <p:txBody>
          <a:bodyPr wrap="square" rtlCol="0">
            <a:spAutoFit/>
          </a:bodyPr>
          <a:lstStyle/>
          <a:p>
            <a:pPr algn="l"/>
            <a:endParaRPr kumimoji="1" lang="ja-JP" altLang="en-US" sz="2000" dirty="0"/>
          </a:p>
        </p:txBody>
      </p:sp>
      <p:sp>
        <p:nvSpPr>
          <p:cNvPr id="6" name="テキスト ボックス 5">
            <a:extLst>
              <a:ext uri="{FF2B5EF4-FFF2-40B4-BE49-F238E27FC236}">
                <a16:creationId xmlns:a16="http://schemas.microsoft.com/office/drawing/2014/main" id="{F9546298-9449-4D83-B301-53CC5CC7B643}"/>
              </a:ext>
            </a:extLst>
          </p:cNvPr>
          <p:cNvSpPr txBox="1"/>
          <p:nvPr/>
        </p:nvSpPr>
        <p:spPr>
          <a:xfrm flipH="1">
            <a:off x="258108" y="1843869"/>
            <a:ext cx="4225055" cy="3046988"/>
          </a:xfrm>
          <a:prstGeom prst="rect">
            <a:avLst/>
          </a:prstGeom>
          <a:noFill/>
          <a:ln w="28575">
            <a:solidFill>
              <a:schemeClr val="tx1"/>
            </a:solidFill>
          </a:ln>
        </p:spPr>
        <p:txBody>
          <a:bodyPr wrap="square" rtlCol="0">
            <a:spAutoFit/>
          </a:bodyPr>
          <a:lstStyle/>
          <a:p>
            <a:pPr algn="l"/>
            <a:r>
              <a:rPr kumimoji="1" lang="pt-BR" altLang="ja-JP" sz="2400" dirty="0">
                <a:latin typeface="Consolas" panose="020B0609020204030204" pitchFamily="49" charset="0"/>
                <a:ea typeface="Ricty Diminished" panose="020B0509020203020207" pitchFamily="49" charset="-128"/>
              </a:rPr>
              <a:t>if (n == 0) {</a:t>
            </a:r>
          </a:p>
          <a:p>
            <a:pPr algn="l"/>
            <a:r>
              <a:rPr kumimoji="1" lang="pt-BR" altLang="ja-JP" sz="2400" dirty="0">
                <a:latin typeface="Consolas" panose="020B0609020204030204" pitchFamily="49" charset="0"/>
                <a:ea typeface="Ricty Diminished" panose="020B0509020203020207" pitchFamily="49" charset="-128"/>
              </a:rPr>
              <a:t>     } else if (n &gt; 0)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return n;</a:t>
            </a:r>
          </a:p>
          <a:p>
            <a:pPr algn="l"/>
            <a:r>
              <a:rPr kumimoji="1" lang="pt-BR" altLang="ja-JP" sz="2400" dirty="0">
                <a:latin typeface="Consolas" panose="020B0609020204030204" pitchFamily="49" charset="0"/>
                <a:ea typeface="Ricty Diminished" panose="020B0509020203020207" pitchFamily="49" charset="-128"/>
              </a:rPr>
              <a:t>     } else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a:t>
            </a:r>
          </a:p>
        </p:txBody>
      </p:sp>
      <p:sp>
        <p:nvSpPr>
          <p:cNvPr id="7" name="テキスト ボックス 6">
            <a:extLst>
              <a:ext uri="{FF2B5EF4-FFF2-40B4-BE49-F238E27FC236}">
                <a16:creationId xmlns:a16="http://schemas.microsoft.com/office/drawing/2014/main" id="{5B772BBC-C292-46C5-9089-91BB3827CAD8}"/>
              </a:ext>
            </a:extLst>
          </p:cNvPr>
          <p:cNvSpPr txBox="1"/>
          <p:nvPr/>
        </p:nvSpPr>
        <p:spPr>
          <a:xfrm flipH="1">
            <a:off x="4660837" y="1843869"/>
            <a:ext cx="4225055" cy="2677656"/>
          </a:xfrm>
          <a:prstGeom prst="rect">
            <a:avLst/>
          </a:prstGeom>
          <a:noFill/>
          <a:ln w="28575">
            <a:solidFill>
              <a:schemeClr val="tx1"/>
            </a:solidFill>
          </a:ln>
        </p:spPr>
        <p:txBody>
          <a:bodyPr wrap="square" rtlCol="0">
            <a:spAutoFit/>
          </a:bodyPr>
          <a:lstStyle/>
          <a:p>
            <a:pPr algn="l"/>
            <a:r>
              <a:rPr kumimoji="1" lang="pt-BR" altLang="ja-JP" sz="2400" dirty="0">
                <a:latin typeface="Consolas" panose="020B0609020204030204" pitchFamily="49" charset="0"/>
                <a:ea typeface="Ricty Diminished" panose="020B0509020203020207" pitchFamily="49" charset="-128"/>
              </a:rPr>
              <a:t>if (n == 0) {</a:t>
            </a:r>
          </a:p>
          <a:p>
            <a:pPr algn="l"/>
            <a:r>
              <a:rPr kumimoji="1" lang="pt-BR" altLang="ja-JP" sz="2400" dirty="0">
                <a:latin typeface="Consolas" panose="020B0609020204030204" pitchFamily="49" charset="0"/>
                <a:ea typeface="Ricty Diminished" panose="020B0509020203020207" pitchFamily="49" charset="-128"/>
              </a:rPr>
              <a:t>     } else if (n &gt; 0)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 else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a:t>
            </a:r>
          </a:p>
        </p:txBody>
      </p:sp>
      <p:sp>
        <p:nvSpPr>
          <p:cNvPr id="8" name="テキスト ボックス 7">
            <a:extLst>
              <a:ext uri="{FF2B5EF4-FFF2-40B4-BE49-F238E27FC236}">
                <a16:creationId xmlns:a16="http://schemas.microsoft.com/office/drawing/2014/main" id="{50F2DADF-9408-4DE7-9FC0-286084271F32}"/>
              </a:ext>
            </a:extLst>
          </p:cNvPr>
          <p:cNvSpPr txBox="1"/>
          <p:nvPr/>
        </p:nvSpPr>
        <p:spPr>
          <a:xfrm>
            <a:off x="1622531" y="5418701"/>
            <a:ext cx="1415772" cy="461665"/>
          </a:xfrm>
          <a:prstGeom prst="rect">
            <a:avLst/>
          </a:prstGeom>
          <a:noFill/>
        </p:spPr>
        <p:txBody>
          <a:bodyPr wrap="none" rtlCol="0">
            <a:spAutoFit/>
          </a:bodyPr>
          <a:lstStyle/>
          <a:p>
            <a:pPr algn="ctr"/>
            <a:r>
              <a:rPr kumimoji="1" lang="ja-JP" altLang="en-US" sz="2400" dirty="0"/>
              <a:t>従来手法</a:t>
            </a:r>
          </a:p>
        </p:txBody>
      </p:sp>
      <p:sp>
        <p:nvSpPr>
          <p:cNvPr id="9" name="テキスト ボックス 8">
            <a:extLst>
              <a:ext uri="{FF2B5EF4-FFF2-40B4-BE49-F238E27FC236}">
                <a16:creationId xmlns:a16="http://schemas.microsoft.com/office/drawing/2014/main" id="{0F7D885E-A683-4647-885C-0F974296CBD9}"/>
              </a:ext>
            </a:extLst>
          </p:cNvPr>
          <p:cNvSpPr txBox="1"/>
          <p:nvPr/>
        </p:nvSpPr>
        <p:spPr>
          <a:xfrm>
            <a:off x="6065478" y="5418532"/>
            <a:ext cx="1415772" cy="461665"/>
          </a:xfrm>
          <a:prstGeom prst="rect">
            <a:avLst/>
          </a:prstGeom>
          <a:noFill/>
        </p:spPr>
        <p:txBody>
          <a:bodyPr wrap="none" rtlCol="0">
            <a:spAutoFit/>
          </a:bodyPr>
          <a:lstStyle/>
          <a:p>
            <a:pPr algn="ctr"/>
            <a:r>
              <a:rPr kumimoji="1" lang="ja-JP" altLang="en-US" sz="2400" dirty="0"/>
              <a:t>提案手法</a:t>
            </a:r>
          </a:p>
        </p:txBody>
      </p:sp>
    </p:spTree>
    <p:extLst>
      <p:ext uri="{BB962C8B-B14F-4D97-AF65-F5344CB8AC3E}">
        <p14:creationId xmlns:p14="http://schemas.microsoft.com/office/powerpoint/2010/main" val="2022871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F0B65-1110-4D95-BA96-6267733B076C}"/>
              </a:ext>
            </a:extLst>
          </p:cNvPr>
          <p:cNvSpPr>
            <a:spLocks noGrp="1"/>
          </p:cNvSpPr>
          <p:nvPr>
            <p:ph type="title"/>
          </p:nvPr>
        </p:nvSpPr>
        <p:spPr/>
        <p:txBody>
          <a:bodyPr/>
          <a:lstStyle/>
          <a:p>
            <a:r>
              <a:rPr kumimoji="1" lang="ja-JP" altLang="en-US" dirty="0"/>
              <a:t>他の成功例 </a:t>
            </a:r>
            <a:r>
              <a:rPr kumimoji="1" lang="en-US" altLang="ja-JP" dirty="0"/>
              <a:t>(2/2)</a:t>
            </a:r>
            <a:endParaRPr kumimoji="1" lang="ja-JP" altLang="en-US" dirty="0"/>
          </a:p>
        </p:txBody>
      </p:sp>
      <p:sp>
        <p:nvSpPr>
          <p:cNvPr id="3" name="コンテンツ プレースホルダー 2">
            <a:extLst>
              <a:ext uri="{FF2B5EF4-FFF2-40B4-BE49-F238E27FC236}">
                <a16:creationId xmlns:a16="http://schemas.microsoft.com/office/drawing/2014/main" id="{B1115BED-2451-47D8-98D4-CEEF5FE63DAC}"/>
              </a:ext>
            </a:extLst>
          </p:cNvPr>
          <p:cNvSpPr>
            <a:spLocks noGrp="1"/>
          </p:cNvSpPr>
          <p:nvPr>
            <p:ph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3A3D662-19B7-46B7-97F3-A2AE640EAE82}"/>
              </a:ext>
            </a:extLst>
          </p:cNvPr>
          <p:cNvSpPr>
            <a:spLocks noGrp="1"/>
          </p:cNvSpPr>
          <p:nvPr>
            <p:ph type="sldNum" sz="quarter" idx="4"/>
          </p:nvPr>
        </p:nvSpPr>
        <p:spPr/>
        <p:txBody>
          <a:bodyPr/>
          <a:lstStyle/>
          <a:p>
            <a:fld id="{3D1E95EC-FA06-447C-B439-F51D604829FB}" type="slidenum">
              <a:rPr kumimoji="1" lang="ja-JP" altLang="en-US" smtClean="0"/>
              <a:pPr/>
              <a:t>24</a:t>
            </a:fld>
            <a:endParaRPr kumimoji="1" lang="ja-JP" altLang="en-US" dirty="0"/>
          </a:p>
        </p:txBody>
      </p:sp>
      <p:sp>
        <p:nvSpPr>
          <p:cNvPr id="5" name="テキスト ボックス 4">
            <a:extLst>
              <a:ext uri="{FF2B5EF4-FFF2-40B4-BE49-F238E27FC236}">
                <a16:creationId xmlns:a16="http://schemas.microsoft.com/office/drawing/2014/main" id="{3B62AE16-3015-4C1F-ADC2-D2832BB48382}"/>
              </a:ext>
            </a:extLst>
          </p:cNvPr>
          <p:cNvSpPr txBox="1"/>
          <p:nvPr/>
        </p:nvSpPr>
        <p:spPr>
          <a:xfrm>
            <a:off x="3975652" y="3439099"/>
            <a:ext cx="914400" cy="914400"/>
          </a:xfrm>
          <a:prstGeom prst="rect">
            <a:avLst/>
          </a:prstGeom>
          <a:noFill/>
        </p:spPr>
        <p:txBody>
          <a:bodyPr wrap="square" rtlCol="0">
            <a:spAutoFit/>
          </a:bodyPr>
          <a:lstStyle/>
          <a:p>
            <a:pPr algn="l"/>
            <a:endParaRPr kumimoji="1" lang="ja-JP" altLang="en-US" sz="2000" dirty="0"/>
          </a:p>
        </p:txBody>
      </p:sp>
      <p:sp>
        <p:nvSpPr>
          <p:cNvPr id="6" name="テキスト ボックス 5">
            <a:extLst>
              <a:ext uri="{FF2B5EF4-FFF2-40B4-BE49-F238E27FC236}">
                <a16:creationId xmlns:a16="http://schemas.microsoft.com/office/drawing/2014/main" id="{F9546298-9449-4D83-B301-53CC5CC7B643}"/>
              </a:ext>
            </a:extLst>
          </p:cNvPr>
          <p:cNvSpPr txBox="1"/>
          <p:nvPr/>
        </p:nvSpPr>
        <p:spPr>
          <a:xfrm flipH="1">
            <a:off x="258109" y="1218249"/>
            <a:ext cx="4225055" cy="4154984"/>
          </a:xfrm>
          <a:prstGeom prst="rect">
            <a:avLst/>
          </a:prstGeom>
          <a:noFill/>
          <a:ln w="28575">
            <a:solidFill>
              <a:schemeClr val="tx1"/>
            </a:solidFill>
          </a:ln>
        </p:spPr>
        <p:txBody>
          <a:bodyPr wrap="square" rtlCol="0">
            <a:spAutoFit/>
          </a:bodyPr>
          <a:lstStyle/>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 else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n++;</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n--;</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a:t>
            </a:r>
          </a:p>
          <a:p>
            <a:pPr algn="l"/>
            <a:r>
              <a:rPr kumimoji="1" lang="pt-BR" altLang="ja-JP" sz="2400" dirty="0">
                <a:latin typeface="Consolas" panose="020B0609020204030204" pitchFamily="49" charset="0"/>
                <a:ea typeface="Ricty Diminished" panose="020B0509020203020207" pitchFamily="49" charset="-128"/>
              </a:rPr>
              <a:t>     }</a:t>
            </a:r>
          </a:p>
          <a:p>
            <a:pPr algn="l"/>
            <a:r>
              <a:rPr kumimoji="1" lang="pt-BR" altLang="ja-JP" sz="2400" dirty="0">
                <a:latin typeface="Consolas" panose="020B0609020204030204" pitchFamily="49" charset="0"/>
                <a:ea typeface="Ricty Diminished" panose="020B0509020203020207" pitchFamily="49" charset="-128"/>
              </a:rPr>
              <a:t>     return n;</a:t>
            </a:r>
          </a:p>
          <a:p>
            <a:pPr algn="l"/>
            <a:r>
              <a:rPr kumimoji="1" lang="pt-BR" altLang="ja-JP" sz="2400" dirty="0">
                <a:latin typeface="Consolas" panose="020B0609020204030204" pitchFamily="49" charset="0"/>
                <a:ea typeface="Ricty Diminished" panose="020B0509020203020207" pitchFamily="49" charset="-128"/>
              </a:rPr>
              <a:t>   }</a:t>
            </a:r>
          </a:p>
        </p:txBody>
      </p:sp>
      <p:sp>
        <p:nvSpPr>
          <p:cNvPr id="7" name="テキスト ボックス 6">
            <a:extLst>
              <a:ext uri="{FF2B5EF4-FFF2-40B4-BE49-F238E27FC236}">
                <a16:creationId xmlns:a16="http://schemas.microsoft.com/office/drawing/2014/main" id="{5B772BBC-C292-46C5-9089-91BB3827CAD8}"/>
              </a:ext>
            </a:extLst>
          </p:cNvPr>
          <p:cNvSpPr txBox="1"/>
          <p:nvPr/>
        </p:nvSpPr>
        <p:spPr>
          <a:xfrm flipH="1">
            <a:off x="4660838" y="1218249"/>
            <a:ext cx="4225055" cy="2677656"/>
          </a:xfrm>
          <a:prstGeom prst="rect">
            <a:avLst/>
          </a:prstGeom>
          <a:noFill/>
          <a:ln w="28575">
            <a:solidFill>
              <a:schemeClr val="tx1"/>
            </a:solidFill>
          </a:ln>
        </p:spPr>
        <p:txBody>
          <a:bodyPr wrap="square" rtlCol="0">
            <a:spAutoFit/>
          </a:bodyPr>
          <a:lstStyle/>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 else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a:t>
            </a:r>
          </a:p>
          <a:p>
            <a:pPr algn="l"/>
            <a:r>
              <a:rPr kumimoji="1" lang="pt-BR" altLang="ja-JP" sz="2400" dirty="0">
                <a:latin typeface="Consolas" panose="020B0609020204030204" pitchFamily="49" charset="0"/>
                <a:ea typeface="Ricty Diminished" panose="020B0509020203020207" pitchFamily="49" charset="-128"/>
              </a:rPr>
              <a:t>     return n;</a:t>
            </a:r>
          </a:p>
          <a:p>
            <a:pPr algn="l"/>
            <a:r>
              <a:rPr kumimoji="1" lang="pt-BR" altLang="ja-JP" sz="2400" dirty="0">
                <a:latin typeface="Consolas" panose="020B0609020204030204" pitchFamily="49" charset="0"/>
                <a:ea typeface="Ricty Diminished" panose="020B0509020203020207" pitchFamily="49" charset="-128"/>
              </a:rPr>
              <a:t>   }</a:t>
            </a:r>
          </a:p>
        </p:txBody>
      </p:sp>
      <p:sp>
        <p:nvSpPr>
          <p:cNvPr id="8" name="テキスト ボックス 7">
            <a:extLst>
              <a:ext uri="{FF2B5EF4-FFF2-40B4-BE49-F238E27FC236}">
                <a16:creationId xmlns:a16="http://schemas.microsoft.com/office/drawing/2014/main" id="{50F2DADF-9408-4DE7-9FC0-286084271F32}"/>
              </a:ext>
            </a:extLst>
          </p:cNvPr>
          <p:cNvSpPr txBox="1"/>
          <p:nvPr/>
        </p:nvSpPr>
        <p:spPr>
          <a:xfrm>
            <a:off x="1662751" y="5689521"/>
            <a:ext cx="1415772" cy="461665"/>
          </a:xfrm>
          <a:prstGeom prst="rect">
            <a:avLst/>
          </a:prstGeom>
          <a:noFill/>
        </p:spPr>
        <p:txBody>
          <a:bodyPr wrap="none" rtlCol="0">
            <a:spAutoFit/>
          </a:bodyPr>
          <a:lstStyle/>
          <a:p>
            <a:pPr algn="ctr"/>
            <a:r>
              <a:rPr kumimoji="1" lang="ja-JP" altLang="en-US" sz="2400" dirty="0"/>
              <a:t>従来手法</a:t>
            </a:r>
          </a:p>
        </p:txBody>
      </p:sp>
      <p:sp>
        <p:nvSpPr>
          <p:cNvPr id="9" name="テキスト ボックス 8">
            <a:extLst>
              <a:ext uri="{FF2B5EF4-FFF2-40B4-BE49-F238E27FC236}">
                <a16:creationId xmlns:a16="http://schemas.microsoft.com/office/drawing/2014/main" id="{0F7D885E-A683-4647-885C-0F974296CBD9}"/>
              </a:ext>
            </a:extLst>
          </p:cNvPr>
          <p:cNvSpPr txBox="1"/>
          <p:nvPr/>
        </p:nvSpPr>
        <p:spPr>
          <a:xfrm>
            <a:off x="6065477" y="5689521"/>
            <a:ext cx="1415772" cy="461665"/>
          </a:xfrm>
          <a:prstGeom prst="rect">
            <a:avLst/>
          </a:prstGeom>
          <a:noFill/>
        </p:spPr>
        <p:txBody>
          <a:bodyPr wrap="none" rtlCol="0">
            <a:spAutoFit/>
          </a:bodyPr>
          <a:lstStyle/>
          <a:p>
            <a:pPr algn="ctr"/>
            <a:r>
              <a:rPr kumimoji="1" lang="ja-JP" altLang="en-US" sz="2400" dirty="0"/>
              <a:t>提案手法</a:t>
            </a:r>
          </a:p>
        </p:txBody>
      </p:sp>
    </p:spTree>
    <p:extLst>
      <p:ext uri="{BB962C8B-B14F-4D97-AF65-F5344CB8AC3E}">
        <p14:creationId xmlns:p14="http://schemas.microsoft.com/office/powerpoint/2010/main" val="3857719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02E06F-8469-494F-8929-EFA57B46ED81}"/>
              </a:ext>
            </a:extLst>
          </p:cNvPr>
          <p:cNvSpPr>
            <a:spLocks noGrp="1"/>
          </p:cNvSpPr>
          <p:nvPr>
            <p:ph type="title"/>
          </p:nvPr>
        </p:nvSpPr>
        <p:spPr/>
        <p:txBody>
          <a:bodyPr/>
          <a:lstStyle/>
          <a:p>
            <a:r>
              <a:rPr kumimoji="1" lang="ja-JP" altLang="en-US" dirty="0"/>
              <a:t>可読性が高いコードの例</a:t>
            </a:r>
          </a:p>
        </p:txBody>
      </p:sp>
      <p:sp>
        <p:nvSpPr>
          <p:cNvPr id="3" name="コンテンツ プレースホルダー 2">
            <a:extLst>
              <a:ext uri="{FF2B5EF4-FFF2-40B4-BE49-F238E27FC236}">
                <a16:creationId xmlns:a16="http://schemas.microsoft.com/office/drawing/2014/main" id="{F5B5E89D-6FA0-4515-8A40-5F48CE8B9B13}"/>
              </a:ext>
            </a:extLst>
          </p:cNvPr>
          <p:cNvSpPr>
            <a:spLocks noGrp="1"/>
          </p:cNvSpPr>
          <p:nvPr>
            <p:ph idx="1"/>
          </p:nvPr>
        </p:nvSpPr>
        <p:spPr/>
        <p:txBody>
          <a:bodyPr/>
          <a:lstStyle/>
          <a:p>
            <a:r>
              <a:rPr kumimoji="1" lang="ja-JP" altLang="en-US" dirty="0"/>
              <a:t>修正対象をベースにバグや無駄な処理を削除</a:t>
            </a:r>
            <a:endParaRPr kumimoji="1" lang="en-US" altLang="ja-JP" dirty="0"/>
          </a:p>
          <a:p>
            <a:pPr lvl="1"/>
            <a:r>
              <a:rPr lang="ja-JP" altLang="en-US" dirty="0"/>
              <a:t>変数名は変更</a:t>
            </a:r>
            <a:endParaRPr kumimoji="1" lang="en-US" altLang="ja-JP" dirty="0"/>
          </a:p>
        </p:txBody>
      </p:sp>
      <p:sp>
        <p:nvSpPr>
          <p:cNvPr id="4" name="スライド番号プレースホルダー 3">
            <a:extLst>
              <a:ext uri="{FF2B5EF4-FFF2-40B4-BE49-F238E27FC236}">
                <a16:creationId xmlns:a16="http://schemas.microsoft.com/office/drawing/2014/main" id="{E64929F4-6F41-4C0A-90C8-3B6ED92584E6}"/>
              </a:ext>
            </a:extLst>
          </p:cNvPr>
          <p:cNvSpPr>
            <a:spLocks noGrp="1"/>
          </p:cNvSpPr>
          <p:nvPr>
            <p:ph type="sldNum" sz="quarter" idx="4"/>
          </p:nvPr>
        </p:nvSpPr>
        <p:spPr/>
        <p:txBody>
          <a:bodyPr/>
          <a:lstStyle/>
          <a:p>
            <a:fld id="{3D1E95EC-FA06-447C-B439-F51D604829FB}" type="slidenum">
              <a:rPr kumimoji="1" lang="ja-JP" altLang="en-US" smtClean="0"/>
              <a:pPr/>
              <a:t>25</a:t>
            </a:fld>
            <a:endParaRPr kumimoji="1" lang="ja-JP" altLang="en-US" dirty="0"/>
          </a:p>
        </p:txBody>
      </p:sp>
      <p:graphicFrame>
        <p:nvGraphicFramePr>
          <p:cNvPr id="7" name="表 6">
            <a:extLst>
              <a:ext uri="{FF2B5EF4-FFF2-40B4-BE49-F238E27FC236}">
                <a16:creationId xmlns:a16="http://schemas.microsoft.com/office/drawing/2014/main" id="{21B4F5ED-FC3D-4245-AD0D-C333192861C0}"/>
              </a:ext>
            </a:extLst>
          </p:cNvPr>
          <p:cNvGraphicFramePr>
            <a:graphicFrameLocks noGrp="1"/>
          </p:cNvGraphicFramePr>
          <p:nvPr>
            <p:extLst>
              <p:ext uri="{D42A27DB-BD31-4B8C-83A1-F6EECF244321}">
                <p14:modId xmlns:p14="http://schemas.microsoft.com/office/powerpoint/2010/main" val="3869452029"/>
              </p:ext>
            </p:extLst>
          </p:nvPr>
        </p:nvGraphicFramePr>
        <p:xfrm>
          <a:off x="590336" y="2154970"/>
          <a:ext cx="7351027" cy="3430823"/>
        </p:xfrm>
        <a:graphic>
          <a:graphicData uri="http://schemas.openxmlformats.org/drawingml/2006/table">
            <a:tbl>
              <a:tblPr/>
              <a:tblGrid>
                <a:gridCol w="595652">
                  <a:extLst>
                    <a:ext uri="{9D8B030D-6E8A-4147-A177-3AD203B41FA5}">
                      <a16:colId xmlns:a16="http://schemas.microsoft.com/office/drawing/2014/main" val="2263939737"/>
                    </a:ext>
                  </a:extLst>
                </a:gridCol>
                <a:gridCol w="6755375">
                  <a:extLst>
                    <a:ext uri="{9D8B030D-6E8A-4147-A177-3AD203B41FA5}">
                      <a16:colId xmlns:a16="http://schemas.microsoft.com/office/drawing/2014/main" val="3946700886"/>
                    </a:ext>
                  </a:extLst>
                </a:gridCol>
              </a:tblGrid>
              <a:tr h="3430823">
                <a:tc>
                  <a:txBody>
                    <a:bodyPr/>
                    <a:lstStyle/>
                    <a:p>
                      <a:pPr algn="l"/>
                      <a:r>
                        <a:rPr kumimoji="1" lang="pt-BR" altLang="ja-JP" sz="2400" dirty="0">
                          <a:latin typeface="Consolas" panose="020B0609020204030204" pitchFamily="49" charset="0"/>
                          <a:ea typeface="Ricty Diminished" panose="020B0509020203020207" pitchFamily="49" charset="-128"/>
                        </a:rPr>
                        <a:t>1</a:t>
                      </a:r>
                    </a:p>
                    <a:p>
                      <a:pPr algn="l"/>
                      <a:r>
                        <a:rPr kumimoji="1" lang="pt-BR" altLang="ja-JP" sz="2400" dirty="0">
                          <a:latin typeface="Consolas" panose="020B0609020204030204" pitchFamily="49" charset="0"/>
                          <a:ea typeface="Ricty Diminished" panose="020B0509020203020207" pitchFamily="49" charset="-128"/>
                        </a:rPr>
                        <a:t>2</a:t>
                      </a:r>
                    </a:p>
                    <a:p>
                      <a:pPr algn="l"/>
                      <a:r>
                        <a:rPr kumimoji="1" lang="pt-BR" altLang="ja-JP" sz="2400" dirty="0">
                          <a:latin typeface="Consolas" panose="020B0609020204030204" pitchFamily="49" charset="0"/>
                          <a:ea typeface="Ricty Diminished" panose="020B0509020203020207" pitchFamily="49" charset="-128"/>
                        </a:rPr>
                        <a:t>3</a:t>
                      </a:r>
                    </a:p>
                    <a:p>
                      <a:pPr algn="l"/>
                      <a:r>
                        <a:rPr kumimoji="1" lang="pt-BR" altLang="ja-JP" sz="2400" dirty="0">
                          <a:latin typeface="Consolas" panose="020B0609020204030204" pitchFamily="49" charset="0"/>
                          <a:ea typeface="Ricty Diminished" panose="020B0509020203020207" pitchFamily="49" charset="-128"/>
                        </a:rPr>
                        <a:t>4</a:t>
                      </a:r>
                    </a:p>
                    <a:p>
                      <a:pPr algn="l"/>
                      <a:r>
                        <a:rPr kumimoji="1" lang="pt-BR" altLang="ja-JP" sz="2400" dirty="0">
                          <a:latin typeface="Consolas" panose="020B0609020204030204" pitchFamily="49" charset="0"/>
                          <a:ea typeface="Ricty Diminished" panose="020B0509020203020207" pitchFamily="49" charset="-128"/>
                        </a:rPr>
                        <a:t>5</a:t>
                      </a:r>
                    </a:p>
                    <a:p>
                      <a:pPr algn="l"/>
                      <a:r>
                        <a:rPr kumimoji="1" lang="pt-BR" altLang="ja-JP" sz="2400" dirty="0">
                          <a:latin typeface="Consolas" panose="020B0609020204030204" pitchFamily="49" charset="0"/>
                          <a:ea typeface="Ricty Diminished" panose="020B0509020203020207" pitchFamily="49" charset="-128"/>
                        </a:rPr>
                        <a:t>6</a:t>
                      </a:r>
                    </a:p>
                    <a:p>
                      <a:pPr algn="l"/>
                      <a:r>
                        <a:rPr kumimoji="1" lang="pt-BR" altLang="ja-JP" sz="2400" dirty="0">
                          <a:latin typeface="Consolas" panose="020B0609020204030204" pitchFamily="49" charset="0"/>
                          <a:ea typeface="Ricty Diminished" panose="020B0509020203020207" pitchFamily="49" charset="-128"/>
                        </a:rPr>
                        <a:t>7</a:t>
                      </a:r>
                    </a:p>
                    <a:p>
                      <a:pPr algn="l"/>
                      <a:r>
                        <a:rPr kumimoji="1" lang="pt-BR" altLang="ja-JP" sz="2400" dirty="0">
                          <a:latin typeface="Consolas" panose="020B0609020204030204" pitchFamily="49" charset="0"/>
                          <a:ea typeface="Ricty Diminished" panose="020B0509020203020207" pitchFamily="49" charset="-128"/>
                        </a:rPr>
                        <a:t>8</a:t>
                      </a:r>
                    </a:p>
                    <a:p>
                      <a:pPr algn="l"/>
                      <a:r>
                        <a:rPr kumimoji="1" lang="pt-BR" altLang="ja-JP" sz="2400" dirty="0">
                          <a:latin typeface="Consolas" panose="020B0609020204030204" pitchFamily="49" charset="0"/>
                          <a:ea typeface="Ricty Diminished" panose="020B0509020203020207" pitchFamily="49" charset="-128"/>
                        </a:rPr>
                        <a:t>9</a:t>
                      </a:r>
                    </a:p>
                  </a:txBody>
                  <a:tcPr>
                    <a:lnL w="190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l"/>
                      <a:r>
                        <a:rPr kumimoji="1" lang="pt-BR" altLang="ja-JP" sz="2400" dirty="0">
                          <a:solidFill>
                            <a:schemeClr val="tx1"/>
                          </a:solidFill>
                          <a:latin typeface="Consolas" panose="020B0609020204030204" pitchFamily="49" charset="0"/>
                          <a:ea typeface="Ricty Diminished" panose="020B0509020203020207" pitchFamily="49" charset="-128"/>
                        </a:rPr>
                        <a:t>public int </a:t>
                      </a:r>
                      <a:r>
                        <a:rPr kumimoji="1" lang="en-US" altLang="ja-JP" sz="2400" dirty="0" err="1">
                          <a:solidFill>
                            <a:schemeClr val="tx1"/>
                          </a:solidFill>
                          <a:latin typeface="Consolas" panose="020B0609020204030204" pitchFamily="49" charset="0"/>
                          <a:ea typeface="Ricty Diminished" panose="020B0509020203020207" pitchFamily="49" charset="-128"/>
                        </a:rPr>
                        <a:t>close_to_zero</a:t>
                      </a:r>
                      <a:r>
                        <a:rPr kumimoji="1" lang="en-US" altLang="ja-JP" sz="2400" dirty="0">
                          <a:solidFill>
                            <a:schemeClr val="tx1"/>
                          </a:solidFill>
                          <a:latin typeface="Consolas" panose="020B0609020204030204" pitchFamily="49" charset="0"/>
                          <a:ea typeface="Ricty Diminished" panose="020B0509020203020207" pitchFamily="49" charset="-128"/>
                        </a:rPr>
                        <a:t>(int </a:t>
                      </a:r>
                      <a:r>
                        <a:rPr kumimoji="1" lang="en-US" altLang="ja-JP" sz="2400" dirty="0">
                          <a:solidFill>
                            <a:srgbClr val="8B008B"/>
                          </a:solidFill>
                          <a:latin typeface="Consolas" panose="020B0609020204030204" pitchFamily="49" charset="0"/>
                          <a:ea typeface="Ricty Diminished" panose="020B0509020203020207" pitchFamily="49" charset="-128"/>
                        </a:rPr>
                        <a:t>number</a:t>
                      </a:r>
                      <a:r>
                        <a:rPr kumimoji="1" lang="en-US" altLang="ja-JP" sz="2400" dirty="0">
                          <a:solidFill>
                            <a:schemeClr val="tx1"/>
                          </a:solidFill>
                          <a:latin typeface="Consolas" panose="020B0609020204030204" pitchFamily="49" charset="0"/>
                          <a:ea typeface="Ricty Diminished" panose="020B0509020203020207" pitchFamily="49" charset="-128"/>
                        </a:rPr>
                        <a:t>) {</a:t>
                      </a:r>
                    </a:p>
                    <a:p>
                      <a:pPr algn="l"/>
                      <a:r>
                        <a:rPr kumimoji="1" lang="en-US" altLang="ja-JP" sz="2400" dirty="0">
                          <a:solidFill>
                            <a:schemeClr val="tx1"/>
                          </a:solidFill>
                          <a:latin typeface="Consolas" panose="020B0609020204030204" pitchFamily="49" charset="0"/>
                          <a:ea typeface="Ricty Diminished" panose="020B0509020203020207" pitchFamily="49" charset="-128"/>
                        </a:rPr>
                        <a:t>	if (</a:t>
                      </a:r>
                      <a:r>
                        <a:rPr kumimoji="1" lang="en-US" altLang="ja-JP" sz="2400" dirty="0">
                          <a:solidFill>
                            <a:srgbClr val="8B008B"/>
                          </a:solidFill>
                          <a:latin typeface="Consolas" panose="020B0609020204030204" pitchFamily="49" charset="0"/>
                          <a:ea typeface="Ricty Diminished" panose="020B0509020203020207" pitchFamily="49" charset="-128"/>
                        </a:rPr>
                        <a:t>number</a:t>
                      </a:r>
                      <a:r>
                        <a:rPr kumimoji="1" lang="en-US" altLang="ja-JP" sz="2400" dirty="0">
                          <a:solidFill>
                            <a:schemeClr val="tx1"/>
                          </a:solidFill>
                          <a:latin typeface="Consolas" panose="020B0609020204030204" pitchFamily="49" charset="0"/>
                          <a:ea typeface="Ricty Diminished" panose="020B0509020203020207" pitchFamily="49" charset="-128"/>
                        </a:rPr>
                        <a:t> == 0) {</a:t>
                      </a:r>
                    </a:p>
                    <a:p>
                      <a:pPr algn="l"/>
                      <a:r>
                        <a:rPr kumimoji="1" lang="en-US" altLang="ja-JP" sz="2400" dirty="0">
                          <a:solidFill>
                            <a:schemeClr val="tx1"/>
                          </a:solidFill>
                          <a:latin typeface="Consolas" panose="020B0609020204030204" pitchFamily="49" charset="0"/>
                          <a:ea typeface="Ricty Diminished" panose="020B0509020203020207" pitchFamily="49" charset="-128"/>
                        </a:rPr>
                        <a:t>	} else if (</a:t>
                      </a:r>
                      <a:r>
                        <a:rPr kumimoji="1" lang="en-US" altLang="ja-JP" sz="2400" dirty="0">
                          <a:solidFill>
                            <a:srgbClr val="8B008B"/>
                          </a:solidFill>
                          <a:latin typeface="Consolas" panose="020B0609020204030204" pitchFamily="49" charset="0"/>
                          <a:ea typeface="Ricty Diminished" panose="020B0509020203020207" pitchFamily="49" charset="-128"/>
                        </a:rPr>
                        <a:t>number</a:t>
                      </a:r>
                      <a:r>
                        <a:rPr kumimoji="1" lang="en-US" altLang="ja-JP" sz="2400" dirty="0">
                          <a:solidFill>
                            <a:schemeClr val="tx1"/>
                          </a:solidFill>
                          <a:latin typeface="Consolas" panose="020B0609020204030204" pitchFamily="49" charset="0"/>
                          <a:ea typeface="Ricty Diminished" panose="020B0509020203020207" pitchFamily="49" charset="-128"/>
                        </a:rPr>
                        <a:t> &gt; 0) {</a:t>
                      </a:r>
                    </a:p>
                    <a:p>
                      <a:pPr algn="l"/>
                      <a:r>
                        <a:rPr kumimoji="1" lang="en-US" altLang="ja-JP" sz="2400" dirty="0">
                          <a:solidFill>
                            <a:schemeClr val="tx1"/>
                          </a:solidFill>
                          <a:latin typeface="Consolas" panose="020B0609020204030204" pitchFamily="49" charset="0"/>
                          <a:ea typeface="Ricty Diminished" panose="020B0509020203020207" pitchFamily="49" charset="-128"/>
                        </a:rPr>
                        <a:t>		</a:t>
                      </a:r>
                      <a:r>
                        <a:rPr kumimoji="1" lang="en-US" altLang="ja-JP" sz="2400" dirty="0">
                          <a:solidFill>
                            <a:srgbClr val="8B008B"/>
                          </a:solidFill>
                          <a:latin typeface="Consolas" panose="020B0609020204030204" pitchFamily="49" charset="0"/>
                          <a:ea typeface="Ricty Diminished" panose="020B0509020203020207" pitchFamily="49" charset="-128"/>
                        </a:rPr>
                        <a:t>number</a:t>
                      </a:r>
                      <a:r>
                        <a:rPr kumimoji="1" lang="en-US" altLang="ja-JP" sz="2400" dirty="0">
                          <a:solidFill>
                            <a:schemeClr val="tx1"/>
                          </a:solidFill>
                          <a:latin typeface="Consolas" panose="020B0609020204030204" pitchFamily="49" charset="0"/>
                          <a:ea typeface="Ricty Diminished" panose="020B0509020203020207" pitchFamily="49" charset="-128"/>
                        </a:rPr>
                        <a:t>--;</a:t>
                      </a:r>
                    </a:p>
                    <a:p>
                      <a:pPr algn="l"/>
                      <a:r>
                        <a:rPr kumimoji="1" lang="en-US" altLang="ja-JP" sz="2400" dirty="0">
                          <a:solidFill>
                            <a:schemeClr val="tx1"/>
                          </a:solidFill>
                          <a:latin typeface="Consolas" panose="020B0609020204030204" pitchFamily="49" charset="0"/>
                          <a:ea typeface="Ricty Diminished" panose="020B0509020203020207" pitchFamily="49" charset="-128"/>
                        </a:rPr>
                        <a:t>	} else {</a:t>
                      </a:r>
                    </a:p>
                    <a:p>
                      <a:pPr algn="l"/>
                      <a:r>
                        <a:rPr kumimoji="1" lang="en-US" altLang="ja-JP" sz="2400" dirty="0">
                          <a:solidFill>
                            <a:schemeClr val="tx1"/>
                          </a:solidFill>
                          <a:latin typeface="Consolas" panose="020B0609020204030204" pitchFamily="49" charset="0"/>
                          <a:ea typeface="Ricty Diminished" panose="020B0509020203020207" pitchFamily="49" charset="-128"/>
                        </a:rPr>
                        <a:t>		</a:t>
                      </a:r>
                      <a:r>
                        <a:rPr kumimoji="1" lang="en-US" altLang="ja-JP" sz="2400" dirty="0">
                          <a:solidFill>
                            <a:srgbClr val="8B008B"/>
                          </a:solidFill>
                          <a:latin typeface="Consolas" panose="020B0609020204030204" pitchFamily="49" charset="0"/>
                          <a:ea typeface="Ricty Diminished" panose="020B0509020203020207" pitchFamily="49" charset="-128"/>
                        </a:rPr>
                        <a:t>number</a:t>
                      </a:r>
                      <a:r>
                        <a:rPr kumimoji="1" lang="en-US" altLang="ja-JP" sz="2400" dirty="0">
                          <a:solidFill>
                            <a:schemeClr val="tx1"/>
                          </a:solidFill>
                          <a:latin typeface="Consolas" panose="020B0609020204030204" pitchFamily="49" charset="0"/>
                          <a:ea typeface="Ricty Diminished" panose="020B0509020203020207" pitchFamily="49" charset="-128"/>
                        </a:rPr>
                        <a:t>++;</a:t>
                      </a:r>
                    </a:p>
                    <a:p>
                      <a:pPr algn="l"/>
                      <a:r>
                        <a:rPr kumimoji="1" lang="en-US" altLang="ja-JP" sz="2400" dirty="0">
                          <a:solidFill>
                            <a:schemeClr val="tx1"/>
                          </a:solidFill>
                          <a:latin typeface="Consolas" panose="020B0609020204030204" pitchFamily="49" charset="0"/>
                          <a:ea typeface="Ricty Diminished" panose="020B0509020203020207" pitchFamily="49" charset="-128"/>
                        </a:rPr>
                        <a:t>	}</a:t>
                      </a:r>
                    </a:p>
                    <a:p>
                      <a:pPr algn="l"/>
                      <a:r>
                        <a:rPr kumimoji="1" lang="en-US" altLang="ja-JP" sz="2400" dirty="0">
                          <a:solidFill>
                            <a:schemeClr val="tx1"/>
                          </a:solidFill>
                          <a:latin typeface="Consolas" panose="020B0609020204030204" pitchFamily="49" charset="0"/>
                          <a:ea typeface="Ricty Diminished" panose="020B0509020203020207" pitchFamily="49" charset="-128"/>
                        </a:rPr>
                        <a:t>	return </a:t>
                      </a:r>
                      <a:r>
                        <a:rPr kumimoji="1" lang="en-US" altLang="ja-JP" sz="2400" dirty="0">
                          <a:solidFill>
                            <a:srgbClr val="8B008B"/>
                          </a:solidFill>
                          <a:latin typeface="Consolas" panose="020B0609020204030204" pitchFamily="49" charset="0"/>
                          <a:ea typeface="Ricty Diminished" panose="020B0509020203020207" pitchFamily="49" charset="-128"/>
                        </a:rPr>
                        <a:t>number</a:t>
                      </a:r>
                      <a:r>
                        <a:rPr kumimoji="1" lang="en-US" altLang="ja-JP" sz="2400" dirty="0">
                          <a:solidFill>
                            <a:schemeClr val="tx1"/>
                          </a:solidFill>
                          <a:latin typeface="Consolas" panose="020B0609020204030204" pitchFamily="49" charset="0"/>
                          <a:ea typeface="Ricty Diminished" panose="020B0509020203020207" pitchFamily="49" charset="-128"/>
                        </a:rPr>
                        <a:t>;</a:t>
                      </a:r>
                    </a:p>
                    <a:p>
                      <a:pPr algn="l"/>
                      <a:r>
                        <a:rPr kumimoji="1" lang="en-US" altLang="ja-JP" sz="2400" dirty="0">
                          <a:solidFill>
                            <a:schemeClr val="tx1"/>
                          </a:solidFill>
                          <a:latin typeface="Consolas" panose="020B0609020204030204" pitchFamily="49" charset="0"/>
                          <a:ea typeface="Ricty Diminished" panose="020B0509020203020207" pitchFamily="49" charset="-128"/>
                        </a:rPr>
                        <a:t>}</a:t>
                      </a:r>
                      <a:endParaRPr kumimoji="1" lang="pt-BR" altLang="ja-JP" sz="2400" dirty="0">
                        <a:solidFill>
                          <a:schemeClr val="tx1"/>
                        </a:solidFill>
                        <a:latin typeface="Consolas" panose="020B0609020204030204" pitchFamily="49" charset="0"/>
                        <a:ea typeface="Ricty Diminished" panose="020B0509020203020207" pitchFamily="49" charset="-12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mpd="sng">
                      <a:solidFill>
                        <a:schemeClr val="tx1"/>
                      </a:solidFill>
                      <a:prstDash val="soli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831808"/>
                  </a:ext>
                </a:extLst>
              </a:tr>
            </a:tbl>
          </a:graphicData>
        </a:graphic>
      </p:graphicFrame>
    </p:spTree>
    <p:extLst>
      <p:ext uri="{BB962C8B-B14F-4D97-AF65-F5344CB8AC3E}">
        <p14:creationId xmlns:p14="http://schemas.microsoft.com/office/powerpoint/2010/main" val="2434442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F0B65-1110-4D95-BA96-6267733B076C}"/>
              </a:ext>
            </a:extLst>
          </p:cNvPr>
          <p:cNvSpPr>
            <a:spLocks noGrp="1"/>
          </p:cNvSpPr>
          <p:nvPr>
            <p:ph type="title"/>
          </p:nvPr>
        </p:nvSpPr>
        <p:spPr/>
        <p:txBody>
          <a:bodyPr/>
          <a:lstStyle/>
          <a:p>
            <a:r>
              <a:rPr lang="ja-JP" altLang="en-US" dirty="0"/>
              <a:t>失敗したコード </a:t>
            </a:r>
            <a:r>
              <a:rPr kumimoji="1" lang="en-US" altLang="ja-JP" dirty="0"/>
              <a:t>(1/3)</a:t>
            </a:r>
            <a:endParaRPr kumimoji="1" lang="ja-JP" altLang="en-US" dirty="0"/>
          </a:p>
        </p:txBody>
      </p:sp>
      <p:sp>
        <p:nvSpPr>
          <p:cNvPr id="3" name="コンテンツ プレースホルダー 2">
            <a:extLst>
              <a:ext uri="{FF2B5EF4-FFF2-40B4-BE49-F238E27FC236}">
                <a16:creationId xmlns:a16="http://schemas.microsoft.com/office/drawing/2014/main" id="{B1115BED-2451-47D8-98D4-CEEF5FE63DAC}"/>
              </a:ext>
            </a:extLst>
          </p:cNvPr>
          <p:cNvSpPr>
            <a:spLocks noGrp="1"/>
          </p:cNvSpPr>
          <p:nvPr>
            <p:ph idx="1"/>
          </p:nvPr>
        </p:nvSpPr>
        <p:spPr/>
        <p:txBody>
          <a:bodyPr/>
          <a:lstStyle/>
          <a:p>
            <a:r>
              <a:rPr kumimoji="1" lang="en-US" altLang="ja-JP" dirty="0"/>
              <a:t>8</a:t>
            </a:r>
            <a:r>
              <a:rPr kumimoji="1" lang="ja-JP" altLang="en-US" dirty="0"/>
              <a:t>行目のバグを削除した個体が生成されない</a:t>
            </a:r>
            <a:endParaRPr kumimoji="1" lang="en-US" altLang="ja-JP" dirty="0"/>
          </a:p>
        </p:txBody>
      </p:sp>
      <p:sp>
        <p:nvSpPr>
          <p:cNvPr id="4" name="スライド番号プレースホルダー 3">
            <a:extLst>
              <a:ext uri="{FF2B5EF4-FFF2-40B4-BE49-F238E27FC236}">
                <a16:creationId xmlns:a16="http://schemas.microsoft.com/office/drawing/2014/main" id="{63A3D662-19B7-46B7-97F3-A2AE640EAE82}"/>
              </a:ext>
            </a:extLst>
          </p:cNvPr>
          <p:cNvSpPr>
            <a:spLocks noGrp="1"/>
          </p:cNvSpPr>
          <p:nvPr>
            <p:ph type="sldNum" sz="quarter" idx="4"/>
          </p:nvPr>
        </p:nvSpPr>
        <p:spPr/>
        <p:txBody>
          <a:bodyPr/>
          <a:lstStyle/>
          <a:p>
            <a:fld id="{3D1E95EC-FA06-447C-B439-F51D604829FB}" type="slidenum">
              <a:rPr kumimoji="1" lang="ja-JP" altLang="en-US" smtClean="0"/>
              <a:pPr/>
              <a:t>26</a:t>
            </a:fld>
            <a:endParaRPr kumimoji="1" lang="ja-JP" altLang="en-US" dirty="0"/>
          </a:p>
        </p:txBody>
      </p:sp>
      <p:sp>
        <p:nvSpPr>
          <p:cNvPr id="5" name="テキスト ボックス 4">
            <a:extLst>
              <a:ext uri="{FF2B5EF4-FFF2-40B4-BE49-F238E27FC236}">
                <a16:creationId xmlns:a16="http://schemas.microsoft.com/office/drawing/2014/main" id="{3B62AE16-3015-4C1F-ADC2-D2832BB48382}"/>
              </a:ext>
            </a:extLst>
          </p:cNvPr>
          <p:cNvSpPr txBox="1"/>
          <p:nvPr/>
        </p:nvSpPr>
        <p:spPr>
          <a:xfrm>
            <a:off x="3975652" y="2996648"/>
            <a:ext cx="914400" cy="914400"/>
          </a:xfrm>
          <a:prstGeom prst="rect">
            <a:avLst/>
          </a:prstGeom>
          <a:noFill/>
        </p:spPr>
        <p:txBody>
          <a:bodyPr wrap="square" rtlCol="0">
            <a:spAutoFit/>
          </a:bodyPr>
          <a:lstStyle/>
          <a:p>
            <a:pPr algn="l"/>
            <a:endParaRPr kumimoji="1" lang="ja-JP" altLang="en-US" sz="2000" dirty="0"/>
          </a:p>
        </p:txBody>
      </p:sp>
      <p:sp>
        <p:nvSpPr>
          <p:cNvPr id="8" name="テキスト ボックス 7">
            <a:extLst>
              <a:ext uri="{FF2B5EF4-FFF2-40B4-BE49-F238E27FC236}">
                <a16:creationId xmlns:a16="http://schemas.microsoft.com/office/drawing/2014/main" id="{50F2DADF-9408-4DE7-9FC0-286084271F32}"/>
              </a:ext>
            </a:extLst>
          </p:cNvPr>
          <p:cNvSpPr txBox="1"/>
          <p:nvPr/>
        </p:nvSpPr>
        <p:spPr>
          <a:xfrm>
            <a:off x="3966705" y="5919976"/>
            <a:ext cx="1210589" cy="400110"/>
          </a:xfrm>
          <a:prstGeom prst="rect">
            <a:avLst/>
          </a:prstGeom>
          <a:noFill/>
        </p:spPr>
        <p:txBody>
          <a:bodyPr wrap="none" rtlCol="0">
            <a:spAutoFit/>
          </a:bodyPr>
          <a:lstStyle/>
          <a:p>
            <a:pPr algn="ctr"/>
            <a:r>
              <a:rPr kumimoji="1" lang="ja-JP" altLang="en-US" sz="2000" dirty="0"/>
              <a:t>修正対象</a:t>
            </a:r>
          </a:p>
        </p:txBody>
      </p:sp>
      <p:graphicFrame>
        <p:nvGraphicFramePr>
          <p:cNvPr id="11" name="表 10">
            <a:extLst>
              <a:ext uri="{FF2B5EF4-FFF2-40B4-BE49-F238E27FC236}">
                <a16:creationId xmlns:a16="http://schemas.microsoft.com/office/drawing/2014/main" id="{A8918457-4A64-4751-83B2-37A3112BFF84}"/>
              </a:ext>
            </a:extLst>
          </p:cNvPr>
          <p:cNvGraphicFramePr>
            <a:graphicFrameLocks noGrp="1"/>
          </p:cNvGraphicFramePr>
          <p:nvPr>
            <p:extLst>
              <p:ext uri="{D42A27DB-BD31-4B8C-83A1-F6EECF244321}">
                <p14:modId xmlns:p14="http://schemas.microsoft.com/office/powerpoint/2010/main" val="4138678540"/>
              </p:ext>
            </p:extLst>
          </p:nvPr>
        </p:nvGraphicFramePr>
        <p:xfrm>
          <a:off x="490797" y="1946786"/>
          <a:ext cx="7549812" cy="3815967"/>
        </p:xfrm>
        <a:graphic>
          <a:graphicData uri="http://schemas.openxmlformats.org/drawingml/2006/table">
            <a:tbl>
              <a:tblPr/>
              <a:tblGrid>
                <a:gridCol w="611760">
                  <a:extLst>
                    <a:ext uri="{9D8B030D-6E8A-4147-A177-3AD203B41FA5}">
                      <a16:colId xmlns:a16="http://schemas.microsoft.com/office/drawing/2014/main" val="2263939737"/>
                    </a:ext>
                  </a:extLst>
                </a:gridCol>
                <a:gridCol w="6938052">
                  <a:extLst>
                    <a:ext uri="{9D8B030D-6E8A-4147-A177-3AD203B41FA5}">
                      <a16:colId xmlns:a16="http://schemas.microsoft.com/office/drawing/2014/main" val="3946700886"/>
                    </a:ext>
                  </a:extLst>
                </a:gridCol>
              </a:tblGrid>
              <a:tr h="3815967">
                <a:tc>
                  <a:txBody>
                    <a:bodyPr/>
                    <a:lstStyle/>
                    <a:p>
                      <a:pPr algn="l"/>
                      <a:r>
                        <a:rPr kumimoji="1" lang="pt-BR" altLang="ja-JP" sz="2400" dirty="0">
                          <a:latin typeface="Consolas" panose="020B0609020204030204" pitchFamily="49" charset="0"/>
                          <a:ea typeface="Ricty Diminished" panose="020B0509020203020207" pitchFamily="49" charset="-128"/>
                        </a:rPr>
                        <a:t>1</a:t>
                      </a:r>
                    </a:p>
                    <a:p>
                      <a:pPr algn="l"/>
                      <a:r>
                        <a:rPr kumimoji="1" lang="pt-BR" altLang="ja-JP" sz="2400" dirty="0">
                          <a:latin typeface="Consolas" panose="020B0609020204030204" pitchFamily="49" charset="0"/>
                          <a:ea typeface="Ricty Diminished" panose="020B0509020203020207" pitchFamily="49" charset="-128"/>
                        </a:rPr>
                        <a:t>2</a:t>
                      </a:r>
                    </a:p>
                    <a:p>
                      <a:pPr algn="l"/>
                      <a:r>
                        <a:rPr kumimoji="1" lang="pt-BR" altLang="ja-JP" sz="2400" dirty="0">
                          <a:latin typeface="Consolas" panose="020B0609020204030204" pitchFamily="49" charset="0"/>
                          <a:ea typeface="Ricty Diminished" panose="020B0509020203020207" pitchFamily="49" charset="-128"/>
                        </a:rPr>
                        <a:t>3</a:t>
                      </a:r>
                    </a:p>
                    <a:p>
                      <a:pPr algn="l"/>
                      <a:r>
                        <a:rPr kumimoji="1" lang="pt-BR" altLang="ja-JP" sz="2400" dirty="0">
                          <a:latin typeface="Consolas" panose="020B0609020204030204" pitchFamily="49" charset="0"/>
                          <a:ea typeface="Ricty Diminished" panose="020B0509020203020207" pitchFamily="49" charset="-128"/>
                        </a:rPr>
                        <a:t>4</a:t>
                      </a:r>
                    </a:p>
                    <a:p>
                      <a:pPr algn="l"/>
                      <a:r>
                        <a:rPr kumimoji="1" lang="pt-BR" altLang="ja-JP" sz="2400" dirty="0">
                          <a:latin typeface="Consolas" panose="020B0609020204030204" pitchFamily="49" charset="0"/>
                          <a:ea typeface="Ricty Diminished" panose="020B0509020203020207" pitchFamily="49" charset="-128"/>
                        </a:rPr>
                        <a:t>5</a:t>
                      </a:r>
                    </a:p>
                    <a:p>
                      <a:pPr algn="l"/>
                      <a:r>
                        <a:rPr kumimoji="1" lang="pt-BR" altLang="ja-JP" sz="2400" dirty="0">
                          <a:latin typeface="Consolas" panose="020B0609020204030204" pitchFamily="49" charset="0"/>
                          <a:ea typeface="Ricty Diminished" panose="020B0509020203020207" pitchFamily="49" charset="-128"/>
                        </a:rPr>
                        <a:t>6</a:t>
                      </a:r>
                    </a:p>
                    <a:p>
                      <a:pPr algn="l"/>
                      <a:r>
                        <a:rPr kumimoji="1" lang="pt-BR" altLang="ja-JP" sz="2400" dirty="0">
                          <a:latin typeface="Consolas" panose="020B0609020204030204" pitchFamily="49" charset="0"/>
                          <a:ea typeface="Ricty Diminished" panose="020B0509020203020207" pitchFamily="49" charset="-128"/>
                        </a:rPr>
                        <a:t>7</a:t>
                      </a:r>
                    </a:p>
                    <a:p>
                      <a:pPr algn="l"/>
                      <a:r>
                        <a:rPr kumimoji="1" lang="pt-BR" altLang="ja-JP" sz="2400" dirty="0">
                          <a:latin typeface="Consolas" panose="020B0609020204030204" pitchFamily="49" charset="0"/>
                          <a:ea typeface="Ricty Diminished" panose="020B0509020203020207" pitchFamily="49" charset="-128"/>
                        </a:rPr>
                        <a:t>8</a:t>
                      </a:r>
                    </a:p>
                    <a:p>
                      <a:pPr algn="l"/>
                      <a:r>
                        <a:rPr kumimoji="1" lang="pt-BR" altLang="ja-JP" sz="2400" dirty="0">
                          <a:latin typeface="Consolas" panose="020B0609020204030204" pitchFamily="49" charset="0"/>
                          <a:ea typeface="Ricty Diminished" panose="020B0509020203020207" pitchFamily="49" charset="-128"/>
                        </a:rPr>
                        <a:t>9</a:t>
                      </a:r>
                    </a:p>
                    <a:p>
                      <a:pPr algn="l"/>
                      <a:r>
                        <a:rPr kumimoji="1" lang="pt-BR" altLang="ja-JP" sz="2400" dirty="0">
                          <a:latin typeface="Consolas" panose="020B0609020204030204" pitchFamily="49" charset="0"/>
                          <a:ea typeface="Ricty Diminished" panose="020B0509020203020207" pitchFamily="49" charset="-128"/>
                        </a:rPr>
                        <a:t>10</a:t>
                      </a:r>
                    </a:p>
                  </a:txBody>
                  <a:tcPr>
                    <a:lnL w="190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l"/>
                      <a:r>
                        <a:rPr kumimoji="1" lang="pt-BR" altLang="ja-JP" sz="2400" dirty="0">
                          <a:solidFill>
                            <a:schemeClr val="tx1"/>
                          </a:solidFill>
                          <a:latin typeface="Consolas" panose="020B0609020204030204" pitchFamily="49" charset="0"/>
                          <a:ea typeface="Ricty Diminished" panose="020B0509020203020207" pitchFamily="49" charset="-128"/>
                        </a:rPr>
                        <a:t>public int close_to_zero(int n)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if (n == 0)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 else if (n &gt; 0)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a:t>
                      </a:r>
                    </a:p>
                    <a:p>
                      <a:pPr algn="l"/>
                      <a:r>
                        <a:rPr kumimoji="1" lang="pt-BR" altLang="ja-JP" sz="2400" dirty="0">
                          <a:solidFill>
                            <a:schemeClr val="tx1"/>
                          </a:solidFill>
                          <a:latin typeface="Consolas" panose="020B0609020204030204" pitchFamily="49" charset="0"/>
                          <a:ea typeface="Ricty Diminished" panose="020B0509020203020207" pitchFamily="49" charset="-128"/>
                        </a:rPr>
                        <a:t>	} else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a:t>
                      </a:r>
                    </a:p>
                    <a:p>
                      <a:pPr algn="l"/>
                      <a:r>
                        <a:rPr kumimoji="1" lang="pt-BR" altLang="ja-JP" sz="2400" dirty="0">
                          <a:solidFill>
                            <a:schemeClr val="tx1"/>
                          </a:solidFill>
                          <a:latin typeface="Consolas" panose="020B0609020204030204" pitchFamily="49" charset="0"/>
                          <a:ea typeface="Ricty Diminished" panose="020B0509020203020207" pitchFamily="49" charset="-128"/>
                        </a:rPr>
                        <a:t>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 // bug here</a:t>
                      </a:r>
                    </a:p>
                    <a:p>
                      <a:pPr algn="l"/>
                      <a:r>
                        <a:rPr kumimoji="1" lang="pt-BR" altLang="ja-JP" sz="2400" dirty="0">
                          <a:solidFill>
                            <a:schemeClr val="tx1"/>
                          </a:solidFill>
                          <a:latin typeface="Consolas" panose="020B0609020204030204" pitchFamily="49" charset="0"/>
                          <a:ea typeface="Ricty Diminished" panose="020B0509020203020207" pitchFamily="49" charset="-128"/>
                        </a:rPr>
                        <a:t>	return n;</a:t>
                      </a:r>
                    </a:p>
                    <a:p>
                      <a:pPr algn="l"/>
                      <a:r>
                        <a:rPr kumimoji="1" lang="pt-BR" altLang="ja-JP" sz="2400" dirty="0">
                          <a:latin typeface="Consolas" panose="020B0609020204030204" pitchFamily="49" charset="0"/>
                          <a:ea typeface="Ricty Diminished" panose="020B0509020203020207" pitchFamily="49" charset="-128"/>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mpd="sng">
                      <a:solidFill>
                        <a:schemeClr val="tx1"/>
                      </a:solidFill>
                      <a:prstDash val="soli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831808"/>
                  </a:ext>
                </a:extLst>
              </a:tr>
            </a:tbl>
          </a:graphicData>
        </a:graphic>
      </p:graphicFrame>
    </p:spTree>
    <p:extLst>
      <p:ext uri="{BB962C8B-B14F-4D97-AF65-F5344CB8AC3E}">
        <p14:creationId xmlns:p14="http://schemas.microsoft.com/office/powerpoint/2010/main" val="2832672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F0B65-1110-4D95-BA96-6267733B076C}"/>
              </a:ext>
            </a:extLst>
          </p:cNvPr>
          <p:cNvSpPr>
            <a:spLocks noGrp="1"/>
          </p:cNvSpPr>
          <p:nvPr>
            <p:ph type="title"/>
          </p:nvPr>
        </p:nvSpPr>
        <p:spPr/>
        <p:txBody>
          <a:bodyPr/>
          <a:lstStyle/>
          <a:p>
            <a:r>
              <a:rPr lang="ja-JP" altLang="en-US" dirty="0"/>
              <a:t>失敗したコード </a:t>
            </a:r>
            <a:r>
              <a:rPr kumimoji="1" lang="en-US" altLang="ja-JP" dirty="0"/>
              <a:t>(2/3)</a:t>
            </a:r>
            <a:endParaRPr kumimoji="1" lang="ja-JP" altLang="en-US" dirty="0"/>
          </a:p>
        </p:txBody>
      </p:sp>
      <p:sp>
        <p:nvSpPr>
          <p:cNvPr id="3" name="コンテンツ プレースホルダー 2">
            <a:extLst>
              <a:ext uri="{FF2B5EF4-FFF2-40B4-BE49-F238E27FC236}">
                <a16:creationId xmlns:a16="http://schemas.microsoft.com/office/drawing/2014/main" id="{B1115BED-2451-47D8-98D4-CEEF5FE63DAC}"/>
              </a:ext>
            </a:extLst>
          </p:cNvPr>
          <p:cNvSpPr>
            <a:spLocks noGrp="1"/>
          </p:cNvSpPr>
          <p:nvPr>
            <p:ph idx="1"/>
          </p:nvPr>
        </p:nvSpPr>
        <p:spPr/>
        <p:txBody>
          <a:bodyPr/>
          <a:lstStyle/>
          <a:p>
            <a:r>
              <a:rPr lang="ja-JP" altLang="en-US" dirty="0"/>
              <a:t>生成</a:t>
            </a:r>
            <a:r>
              <a:rPr kumimoji="1" lang="ja-JP" altLang="en-US" dirty="0"/>
              <a:t>個体が複雑</a:t>
            </a:r>
          </a:p>
        </p:txBody>
      </p:sp>
      <p:sp>
        <p:nvSpPr>
          <p:cNvPr id="4" name="スライド番号プレースホルダー 3">
            <a:extLst>
              <a:ext uri="{FF2B5EF4-FFF2-40B4-BE49-F238E27FC236}">
                <a16:creationId xmlns:a16="http://schemas.microsoft.com/office/drawing/2014/main" id="{63A3D662-19B7-46B7-97F3-A2AE640EAE82}"/>
              </a:ext>
            </a:extLst>
          </p:cNvPr>
          <p:cNvSpPr>
            <a:spLocks noGrp="1"/>
          </p:cNvSpPr>
          <p:nvPr>
            <p:ph type="sldNum" sz="quarter" idx="4"/>
          </p:nvPr>
        </p:nvSpPr>
        <p:spPr/>
        <p:txBody>
          <a:bodyPr/>
          <a:lstStyle/>
          <a:p>
            <a:fld id="{3D1E95EC-FA06-447C-B439-F51D604829FB}" type="slidenum">
              <a:rPr kumimoji="1" lang="ja-JP" altLang="en-US" smtClean="0"/>
              <a:pPr/>
              <a:t>27</a:t>
            </a:fld>
            <a:endParaRPr kumimoji="1" lang="ja-JP" altLang="en-US" dirty="0"/>
          </a:p>
        </p:txBody>
      </p:sp>
      <p:sp>
        <p:nvSpPr>
          <p:cNvPr id="5" name="テキスト ボックス 4">
            <a:extLst>
              <a:ext uri="{FF2B5EF4-FFF2-40B4-BE49-F238E27FC236}">
                <a16:creationId xmlns:a16="http://schemas.microsoft.com/office/drawing/2014/main" id="{3B62AE16-3015-4C1F-ADC2-D2832BB48382}"/>
              </a:ext>
            </a:extLst>
          </p:cNvPr>
          <p:cNvSpPr txBox="1"/>
          <p:nvPr/>
        </p:nvSpPr>
        <p:spPr>
          <a:xfrm>
            <a:off x="3975652" y="2996648"/>
            <a:ext cx="914400" cy="914400"/>
          </a:xfrm>
          <a:prstGeom prst="rect">
            <a:avLst/>
          </a:prstGeom>
          <a:noFill/>
        </p:spPr>
        <p:txBody>
          <a:bodyPr wrap="square" rtlCol="0">
            <a:spAutoFit/>
          </a:bodyPr>
          <a:lstStyle/>
          <a:p>
            <a:pPr algn="l"/>
            <a:endParaRPr kumimoji="1" lang="ja-JP" altLang="en-US" sz="2000" dirty="0"/>
          </a:p>
        </p:txBody>
      </p:sp>
      <p:sp>
        <p:nvSpPr>
          <p:cNvPr id="8" name="テキスト ボックス 7">
            <a:extLst>
              <a:ext uri="{FF2B5EF4-FFF2-40B4-BE49-F238E27FC236}">
                <a16:creationId xmlns:a16="http://schemas.microsoft.com/office/drawing/2014/main" id="{50F2DADF-9408-4DE7-9FC0-286084271F32}"/>
              </a:ext>
            </a:extLst>
          </p:cNvPr>
          <p:cNvSpPr txBox="1"/>
          <p:nvPr/>
        </p:nvSpPr>
        <p:spPr>
          <a:xfrm>
            <a:off x="3966705" y="6018296"/>
            <a:ext cx="1210589" cy="400110"/>
          </a:xfrm>
          <a:prstGeom prst="rect">
            <a:avLst/>
          </a:prstGeom>
          <a:noFill/>
        </p:spPr>
        <p:txBody>
          <a:bodyPr wrap="none" rtlCol="0">
            <a:spAutoFit/>
          </a:bodyPr>
          <a:lstStyle/>
          <a:p>
            <a:pPr algn="ctr"/>
            <a:r>
              <a:rPr kumimoji="1" lang="ja-JP" altLang="en-US" sz="2000" dirty="0"/>
              <a:t>修正対象</a:t>
            </a:r>
          </a:p>
        </p:txBody>
      </p:sp>
      <p:graphicFrame>
        <p:nvGraphicFramePr>
          <p:cNvPr id="11" name="表 10">
            <a:extLst>
              <a:ext uri="{FF2B5EF4-FFF2-40B4-BE49-F238E27FC236}">
                <a16:creationId xmlns:a16="http://schemas.microsoft.com/office/drawing/2014/main" id="{A8918457-4A64-4751-83B2-37A3112BFF84}"/>
              </a:ext>
            </a:extLst>
          </p:cNvPr>
          <p:cNvGraphicFramePr>
            <a:graphicFrameLocks noGrp="1"/>
          </p:cNvGraphicFramePr>
          <p:nvPr>
            <p:extLst>
              <p:ext uri="{D42A27DB-BD31-4B8C-83A1-F6EECF244321}">
                <p14:modId xmlns:p14="http://schemas.microsoft.com/office/powerpoint/2010/main" val="4116684598"/>
              </p:ext>
            </p:extLst>
          </p:nvPr>
        </p:nvGraphicFramePr>
        <p:xfrm>
          <a:off x="500629" y="1407475"/>
          <a:ext cx="7549812" cy="4519885"/>
        </p:xfrm>
        <a:graphic>
          <a:graphicData uri="http://schemas.openxmlformats.org/drawingml/2006/table">
            <a:tbl>
              <a:tblPr/>
              <a:tblGrid>
                <a:gridCol w="611760">
                  <a:extLst>
                    <a:ext uri="{9D8B030D-6E8A-4147-A177-3AD203B41FA5}">
                      <a16:colId xmlns:a16="http://schemas.microsoft.com/office/drawing/2014/main" val="2263939737"/>
                    </a:ext>
                  </a:extLst>
                </a:gridCol>
                <a:gridCol w="6938052">
                  <a:extLst>
                    <a:ext uri="{9D8B030D-6E8A-4147-A177-3AD203B41FA5}">
                      <a16:colId xmlns:a16="http://schemas.microsoft.com/office/drawing/2014/main" val="3946700886"/>
                    </a:ext>
                  </a:extLst>
                </a:gridCol>
              </a:tblGrid>
              <a:tr h="4519885">
                <a:tc>
                  <a:txBody>
                    <a:bodyPr/>
                    <a:lstStyle/>
                    <a:p>
                      <a:pPr algn="l"/>
                      <a:r>
                        <a:rPr kumimoji="1" lang="pt-BR" altLang="ja-JP" sz="2400" dirty="0">
                          <a:latin typeface="Consolas" panose="020B0609020204030204" pitchFamily="49" charset="0"/>
                          <a:ea typeface="Ricty Diminished" panose="020B0509020203020207" pitchFamily="49" charset="-128"/>
                        </a:rPr>
                        <a:t>1</a:t>
                      </a:r>
                    </a:p>
                    <a:p>
                      <a:pPr algn="l"/>
                      <a:r>
                        <a:rPr kumimoji="1" lang="pt-BR" altLang="ja-JP" sz="2400" dirty="0">
                          <a:latin typeface="Consolas" panose="020B0609020204030204" pitchFamily="49" charset="0"/>
                          <a:ea typeface="Ricty Diminished" panose="020B0509020203020207" pitchFamily="49" charset="-128"/>
                        </a:rPr>
                        <a:t>2</a:t>
                      </a:r>
                    </a:p>
                    <a:p>
                      <a:pPr algn="l"/>
                      <a:r>
                        <a:rPr kumimoji="1" lang="pt-BR" altLang="ja-JP" sz="2400" dirty="0">
                          <a:latin typeface="Consolas" panose="020B0609020204030204" pitchFamily="49" charset="0"/>
                          <a:ea typeface="Ricty Diminished" panose="020B0509020203020207" pitchFamily="49" charset="-128"/>
                        </a:rPr>
                        <a:t>3</a:t>
                      </a:r>
                    </a:p>
                    <a:p>
                      <a:pPr algn="l"/>
                      <a:r>
                        <a:rPr kumimoji="1" lang="pt-BR" altLang="ja-JP" sz="2400" dirty="0">
                          <a:latin typeface="Consolas" panose="020B0609020204030204" pitchFamily="49" charset="0"/>
                          <a:ea typeface="Ricty Diminished" panose="020B0509020203020207" pitchFamily="49" charset="-128"/>
                        </a:rPr>
                        <a:t>4</a:t>
                      </a:r>
                    </a:p>
                    <a:p>
                      <a:pPr algn="l"/>
                      <a:r>
                        <a:rPr kumimoji="1" lang="pt-BR" altLang="ja-JP" sz="2400" dirty="0">
                          <a:latin typeface="Consolas" panose="020B0609020204030204" pitchFamily="49" charset="0"/>
                          <a:ea typeface="Ricty Diminished" panose="020B0509020203020207" pitchFamily="49" charset="-128"/>
                        </a:rPr>
                        <a:t>5</a:t>
                      </a:r>
                    </a:p>
                    <a:p>
                      <a:pPr algn="l"/>
                      <a:r>
                        <a:rPr kumimoji="1" lang="pt-BR" altLang="ja-JP" sz="2400" dirty="0">
                          <a:latin typeface="Consolas" panose="020B0609020204030204" pitchFamily="49" charset="0"/>
                          <a:ea typeface="Ricty Diminished" panose="020B0509020203020207" pitchFamily="49" charset="-128"/>
                        </a:rPr>
                        <a:t>6</a:t>
                      </a:r>
                    </a:p>
                    <a:p>
                      <a:pPr algn="l"/>
                      <a:r>
                        <a:rPr kumimoji="1" lang="pt-BR" altLang="ja-JP" sz="2400" dirty="0">
                          <a:latin typeface="Consolas" panose="020B0609020204030204" pitchFamily="49" charset="0"/>
                          <a:ea typeface="Ricty Diminished" panose="020B0509020203020207" pitchFamily="49" charset="-128"/>
                        </a:rPr>
                        <a:t>7</a:t>
                      </a:r>
                    </a:p>
                    <a:p>
                      <a:pPr algn="l"/>
                      <a:r>
                        <a:rPr kumimoji="1" lang="pt-BR" altLang="ja-JP" sz="2400" dirty="0">
                          <a:latin typeface="Consolas" panose="020B0609020204030204" pitchFamily="49" charset="0"/>
                          <a:ea typeface="Ricty Diminished" panose="020B0509020203020207" pitchFamily="49" charset="-128"/>
                        </a:rPr>
                        <a:t>8</a:t>
                      </a:r>
                    </a:p>
                    <a:p>
                      <a:pPr algn="l"/>
                      <a:r>
                        <a:rPr kumimoji="1" lang="pt-BR" altLang="ja-JP" sz="2400" dirty="0">
                          <a:latin typeface="Consolas" panose="020B0609020204030204" pitchFamily="49" charset="0"/>
                          <a:ea typeface="Ricty Diminished" panose="020B0509020203020207" pitchFamily="49" charset="-128"/>
                        </a:rPr>
                        <a:t>9</a:t>
                      </a:r>
                    </a:p>
                    <a:p>
                      <a:pPr algn="l"/>
                      <a:r>
                        <a:rPr kumimoji="1" lang="pt-BR" altLang="ja-JP" sz="2400" dirty="0">
                          <a:latin typeface="Consolas" panose="020B0609020204030204" pitchFamily="49" charset="0"/>
                          <a:ea typeface="Ricty Diminished" panose="020B0509020203020207" pitchFamily="49" charset="-128"/>
                        </a:rPr>
                        <a:t>10</a:t>
                      </a:r>
                    </a:p>
                    <a:p>
                      <a:pPr algn="l"/>
                      <a:r>
                        <a:rPr kumimoji="1" lang="pt-BR" altLang="ja-JP" sz="2400" dirty="0">
                          <a:latin typeface="Consolas" panose="020B0609020204030204" pitchFamily="49" charset="0"/>
                          <a:ea typeface="Ricty Diminished" panose="020B0509020203020207" pitchFamily="49" charset="-128"/>
                        </a:rPr>
                        <a:t>11</a:t>
                      </a:r>
                    </a:p>
                    <a:p>
                      <a:pPr algn="l"/>
                      <a:r>
                        <a:rPr kumimoji="1" lang="pt-BR" altLang="ja-JP" sz="2400" dirty="0">
                          <a:latin typeface="Consolas" panose="020B0609020204030204" pitchFamily="49" charset="0"/>
                          <a:ea typeface="Ricty Diminished" panose="020B0509020203020207" pitchFamily="49" charset="-128"/>
                        </a:rPr>
                        <a:t>12</a:t>
                      </a:r>
                    </a:p>
                  </a:txBody>
                  <a:tcPr>
                    <a:lnL w="190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l"/>
                      <a:r>
                        <a:rPr kumimoji="1" lang="pt-BR" altLang="ja-JP" sz="2400" dirty="0">
                          <a:solidFill>
                            <a:schemeClr val="tx1"/>
                          </a:solidFill>
                          <a:latin typeface="Consolas" panose="020B0609020204030204" pitchFamily="49" charset="0"/>
                          <a:ea typeface="Ricty Diminished" panose="020B0509020203020207" pitchFamily="49" charset="-128"/>
                        </a:rPr>
                        <a:t>public int close_to_zero(int n)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if (n == 0)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return 0;</a:t>
                      </a:r>
                    </a:p>
                    <a:p>
                      <a:pPr algn="l"/>
                      <a:r>
                        <a:rPr kumimoji="1" lang="pt-BR" altLang="ja-JP" sz="2400" dirty="0">
                          <a:solidFill>
                            <a:schemeClr val="tx1"/>
                          </a:solidFill>
                          <a:latin typeface="Consolas" panose="020B0609020204030204" pitchFamily="49" charset="0"/>
                          <a:ea typeface="Ricty Diminished" panose="020B0509020203020207" pitchFamily="49" charset="-128"/>
                        </a:rPr>
                        <a:t>  } else if (n &gt; 0)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 // bug here</a:t>
                      </a:r>
                    </a:p>
                    <a:p>
                      <a:pPr algn="l"/>
                      <a:r>
                        <a:rPr kumimoji="1" lang="pt-BR" altLang="ja-JP" sz="2400" dirty="0">
                          <a:solidFill>
                            <a:schemeClr val="tx1"/>
                          </a:solidFill>
                          <a:latin typeface="Consolas" panose="020B0609020204030204" pitchFamily="49" charset="0"/>
                          <a:ea typeface="Ricty Diminished" panose="020B0509020203020207" pitchFamily="49" charset="-128"/>
                        </a:rPr>
                        <a:t>  } else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a:t>
                      </a:r>
                    </a:p>
                    <a:p>
                      <a:pPr algn="l"/>
                      <a:r>
                        <a:rPr kumimoji="1" lang="pt-BR" altLang="ja-JP" sz="2400" dirty="0">
                          <a:solidFill>
                            <a:schemeClr val="tx1"/>
                          </a:solidFill>
                          <a:latin typeface="Consolas" panose="020B0609020204030204" pitchFamily="49" charset="0"/>
                          <a:ea typeface="Ricty Diminished" panose="020B0509020203020207" pitchFamily="49" charset="-128"/>
                        </a:rPr>
                        <a:t>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n--; // bug here</a:t>
                      </a:r>
                    </a:p>
                    <a:p>
                      <a:pPr algn="l"/>
                      <a:r>
                        <a:rPr kumimoji="1" lang="pt-BR" altLang="ja-JP" sz="2400" dirty="0">
                          <a:solidFill>
                            <a:schemeClr val="tx1"/>
                          </a:solidFill>
                          <a:latin typeface="Consolas" panose="020B0609020204030204" pitchFamily="49" charset="0"/>
                          <a:ea typeface="Ricty Diminished" panose="020B0509020203020207" pitchFamily="49" charset="-128"/>
                        </a:rPr>
                        <a:t>  return n;</a:t>
                      </a:r>
                    </a:p>
                    <a:p>
                      <a:pPr algn="l"/>
                      <a:r>
                        <a:rPr kumimoji="1" lang="pt-BR" altLang="ja-JP" sz="2400" dirty="0">
                          <a:solidFill>
                            <a:schemeClr val="tx1"/>
                          </a:solidFill>
                          <a:latin typeface="Consolas" panose="020B0609020204030204" pitchFamily="49" charset="0"/>
                          <a:ea typeface="Ricty Diminished" panose="020B0509020203020207" pitchFamily="49" charset="-128"/>
                        </a:rPr>
                        <a:t>}</a:t>
                      </a:r>
                      <a:endParaRPr kumimoji="1" lang="pt-BR" altLang="ja-JP" sz="2400" dirty="0">
                        <a:latin typeface="Consolas" panose="020B0609020204030204" pitchFamily="49" charset="0"/>
                        <a:ea typeface="Ricty Diminished" panose="020B0509020203020207" pitchFamily="49" charset="-12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mpd="sng">
                      <a:solidFill>
                        <a:schemeClr val="tx1"/>
                      </a:solidFill>
                      <a:prstDash val="soli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831808"/>
                  </a:ext>
                </a:extLst>
              </a:tr>
            </a:tbl>
          </a:graphicData>
        </a:graphic>
      </p:graphicFrame>
    </p:spTree>
    <p:extLst>
      <p:ext uri="{BB962C8B-B14F-4D97-AF65-F5344CB8AC3E}">
        <p14:creationId xmlns:p14="http://schemas.microsoft.com/office/powerpoint/2010/main" val="4213812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F0B65-1110-4D95-BA96-6267733B076C}"/>
              </a:ext>
            </a:extLst>
          </p:cNvPr>
          <p:cNvSpPr>
            <a:spLocks noGrp="1"/>
          </p:cNvSpPr>
          <p:nvPr>
            <p:ph type="title"/>
          </p:nvPr>
        </p:nvSpPr>
        <p:spPr/>
        <p:txBody>
          <a:bodyPr/>
          <a:lstStyle/>
          <a:p>
            <a:r>
              <a:rPr lang="ja-JP" altLang="en-US" dirty="0"/>
              <a:t>失敗したコード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B1115BED-2451-47D8-98D4-CEEF5FE63DAC}"/>
              </a:ext>
            </a:extLst>
          </p:cNvPr>
          <p:cNvSpPr>
            <a:spLocks noGrp="1"/>
          </p:cNvSpPr>
          <p:nvPr>
            <p:ph idx="1"/>
          </p:nvPr>
        </p:nvSpPr>
        <p:spPr/>
        <p:txBody>
          <a:bodyPr/>
          <a:lstStyle/>
          <a:p>
            <a:r>
              <a:rPr kumimoji="1" lang="ja-JP" altLang="en-US" dirty="0"/>
              <a:t>行数が多いため類似度がしきい値</a:t>
            </a:r>
            <a:r>
              <a:rPr kumimoji="1" lang="en-US" altLang="ja-JP" dirty="0"/>
              <a:t>0.92</a:t>
            </a:r>
            <a:r>
              <a:rPr kumimoji="1" lang="ja-JP" altLang="en-US" dirty="0"/>
              <a:t>を大幅に超過</a:t>
            </a:r>
          </a:p>
        </p:txBody>
      </p:sp>
      <p:sp>
        <p:nvSpPr>
          <p:cNvPr id="4" name="スライド番号プレースホルダー 3">
            <a:extLst>
              <a:ext uri="{FF2B5EF4-FFF2-40B4-BE49-F238E27FC236}">
                <a16:creationId xmlns:a16="http://schemas.microsoft.com/office/drawing/2014/main" id="{63A3D662-19B7-46B7-97F3-A2AE640EAE82}"/>
              </a:ext>
            </a:extLst>
          </p:cNvPr>
          <p:cNvSpPr>
            <a:spLocks noGrp="1"/>
          </p:cNvSpPr>
          <p:nvPr>
            <p:ph type="sldNum" sz="quarter" idx="4"/>
          </p:nvPr>
        </p:nvSpPr>
        <p:spPr/>
        <p:txBody>
          <a:bodyPr/>
          <a:lstStyle/>
          <a:p>
            <a:fld id="{3D1E95EC-FA06-447C-B439-F51D604829FB}" type="slidenum">
              <a:rPr kumimoji="1" lang="ja-JP" altLang="en-US" smtClean="0"/>
              <a:pPr/>
              <a:t>28</a:t>
            </a:fld>
            <a:endParaRPr kumimoji="1" lang="ja-JP" altLang="en-US" dirty="0"/>
          </a:p>
        </p:txBody>
      </p:sp>
      <p:sp>
        <p:nvSpPr>
          <p:cNvPr id="5" name="テキスト ボックス 4">
            <a:extLst>
              <a:ext uri="{FF2B5EF4-FFF2-40B4-BE49-F238E27FC236}">
                <a16:creationId xmlns:a16="http://schemas.microsoft.com/office/drawing/2014/main" id="{3B62AE16-3015-4C1F-ADC2-D2832BB48382}"/>
              </a:ext>
            </a:extLst>
          </p:cNvPr>
          <p:cNvSpPr txBox="1"/>
          <p:nvPr/>
        </p:nvSpPr>
        <p:spPr>
          <a:xfrm>
            <a:off x="3975652" y="2996648"/>
            <a:ext cx="914400" cy="914400"/>
          </a:xfrm>
          <a:prstGeom prst="rect">
            <a:avLst/>
          </a:prstGeom>
          <a:noFill/>
        </p:spPr>
        <p:txBody>
          <a:bodyPr wrap="square" rtlCol="0">
            <a:spAutoFit/>
          </a:bodyPr>
          <a:lstStyle/>
          <a:p>
            <a:pPr algn="l"/>
            <a:endParaRPr kumimoji="1" lang="ja-JP" altLang="en-US" sz="2000" dirty="0"/>
          </a:p>
        </p:txBody>
      </p:sp>
      <p:sp>
        <p:nvSpPr>
          <p:cNvPr id="8" name="テキスト ボックス 7">
            <a:extLst>
              <a:ext uri="{FF2B5EF4-FFF2-40B4-BE49-F238E27FC236}">
                <a16:creationId xmlns:a16="http://schemas.microsoft.com/office/drawing/2014/main" id="{50F2DADF-9408-4DE7-9FC0-286084271F32}"/>
              </a:ext>
            </a:extLst>
          </p:cNvPr>
          <p:cNvSpPr txBox="1"/>
          <p:nvPr/>
        </p:nvSpPr>
        <p:spPr>
          <a:xfrm>
            <a:off x="3966705" y="6018296"/>
            <a:ext cx="1210589" cy="400110"/>
          </a:xfrm>
          <a:prstGeom prst="rect">
            <a:avLst/>
          </a:prstGeom>
          <a:noFill/>
        </p:spPr>
        <p:txBody>
          <a:bodyPr wrap="none" rtlCol="0">
            <a:spAutoFit/>
          </a:bodyPr>
          <a:lstStyle/>
          <a:p>
            <a:pPr algn="ctr"/>
            <a:r>
              <a:rPr kumimoji="1" lang="ja-JP" altLang="en-US" sz="2000" dirty="0"/>
              <a:t>修正対象</a:t>
            </a:r>
          </a:p>
        </p:txBody>
      </p:sp>
      <p:graphicFrame>
        <p:nvGraphicFramePr>
          <p:cNvPr id="11" name="表 10">
            <a:extLst>
              <a:ext uri="{FF2B5EF4-FFF2-40B4-BE49-F238E27FC236}">
                <a16:creationId xmlns:a16="http://schemas.microsoft.com/office/drawing/2014/main" id="{A8918457-4A64-4751-83B2-37A3112BFF84}"/>
              </a:ext>
            </a:extLst>
          </p:cNvPr>
          <p:cNvGraphicFramePr>
            <a:graphicFrameLocks noGrp="1"/>
          </p:cNvGraphicFramePr>
          <p:nvPr>
            <p:extLst>
              <p:ext uri="{D42A27DB-BD31-4B8C-83A1-F6EECF244321}">
                <p14:modId xmlns:p14="http://schemas.microsoft.com/office/powerpoint/2010/main" val="2442742518"/>
              </p:ext>
            </p:extLst>
          </p:nvPr>
        </p:nvGraphicFramePr>
        <p:xfrm>
          <a:off x="500629" y="1407474"/>
          <a:ext cx="7549812" cy="4519885"/>
        </p:xfrm>
        <a:graphic>
          <a:graphicData uri="http://schemas.openxmlformats.org/drawingml/2006/table">
            <a:tbl>
              <a:tblPr/>
              <a:tblGrid>
                <a:gridCol w="611760">
                  <a:extLst>
                    <a:ext uri="{9D8B030D-6E8A-4147-A177-3AD203B41FA5}">
                      <a16:colId xmlns:a16="http://schemas.microsoft.com/office/drawing/2014/main" val="2263939737"/>
                    </a:ext>
                  </a:extLst>
                </a:gridCol>
                <a:gridCol w="6938052">
                  <a:extLst>
                    <a:ext uri="{9D8B030D-6E8A-4147-A177-3AD203B41FA5}">
                      <a16:colId xmlns:a16="http://schemas.microsoft.com/office/drawing/2014/main" val="3946700886"/>
                    </a:ext>
                  </a:extLst>
                </a:gridCol>
              </a:tblGrid>
              <a:tr h="4519885">
                <a:tc>
                  <a:txBody>
                    <a:bodyPr/>
                    <a:lstStyle/>
                    <a:p>
                      <a:pPr algn="l"/>
                      <a:r>
                        <a:rPr kumimoji="1" lang="pt-BR" altLang="ja-JP" sz="2400" dirty="0">
                          <a:latin typeface="Consolas" panose="020B0609020204030204" pitchFamily="49" charset="0"/>
                          <a:ea typeface="Ricty Diminished" panose="020B0509020203020207" pitchFamily="49" charset="-128"/>
                        </a:rPr>
                        <a:t>1</a:t>
                      </a:r>
                    </a:p>
                    <a:p>
                      <a:pPr algn="l"/>
                      <a:r>
                        <a:rPr kumimoji="1" lang="en-US" altLang="ja-JP" sz="2400" kern="1200" dirty="0">
                          <a:solidFill>
                            <a:schemeClr val="tx1"/>
                          </a:solidFill>
                          <a:latin typeface="+mj-ea"/>
                          <a:ea typeface="+mn-ea"/>
                          <a:cs typeface="+mn-cs"/>
                        </a:rPr>
                        <a:t>…</a:t>
                      </a:r>
                      <a:endParaRPr kumimoji="1" lang="pt-BR" altLang="ja-JP" sz="2400" dirty="0">
                        <a:latin typeface="Consolas" panose="020B0609020204030204" pitchFamily="49" charset="0"/>
                        <a:ea typeface="Ricty Diminished" panose="020B0509020203020207" pitchFamily="49" charset="-128"/>
                      </a:endParaRPr>
                    </a:p>
                    <a:p>
                      <a:pPr algn="l"/>
                      <a:r>
                        <a:rPr kumimoji="1" lang="pt-BR" altLang="ja-JP" sz="2400" dirty="0">
                          <a:latin typeface="Consolas" panose="020B0609020204030204" pitchFamily="49" charset="0"/>
                          <a:ea typeface="Ricty Diminished" panose="020B0509020203020207" pitchFamily="49" charset="-128"/>
                        </a:rPr>
                        <a:t>4</a:t>
                      </a:r>
                    </a:p>
                    <a:p>
                      <a:pPr algn="l"/>
                      <a:r>
                        <a:rPr kumimoji="1" lang="en-US" altLang="ja-JP" sz="2400" kern="1200" dirty="0">
                          <a:solidFill>
                            <a:schemeClr val="tx1"/>
                          </a:solidFill>
                          <a:latin typeface="+mj-ea"/>
                          <a:ea typeface="+mn-ea"/>
                          <a:cs typeface="+mn-cs"/>
                        </a:rPr>
                        <a:t>…</a:t>
                      </a:r>
                    </a:p>
                    <a:p>
                      <a:pPr algn="l"/>
                      <a:r>
                        <a:rPr kumimoji="1" lang="pt-BR" altLang="ja-JP" sz="2400" dirty="0">
                          <a:latin typeface="Consolas" panose="020B0609020204030204" pitchFamily="49" charset="0"/>
                          <a:ea typeface="Ricty Diminished" panose="020B0509020203020207" pitchFamily="49" charset="-128"/>
                        </a:rPr>
                        <a:t>9</a:t>
                      </a:r>
                    </a:p>
                    <a:p>
                      <a:pPr algn="l"/>
                      <a:r>
                        <a:rPr kumimoji="1" lang="pt-BR" altLang="ja-JP" sz="2400" dirty="0">
                          <a:latin typeface="Consolas" panose="020B0609020204030204" pitchFamily="49" charset="0"/>
                          <a:ea typeface="Ricty Diminished" panose="020B0509020203020207" pitchFamily="49" charset="-128"/>
                        </a:rPr>
                        <a:t>10</a:t>
                      </a:r>
                    </a:p>
                    <a:p>
                      <a:pPr algn="l"/>
                      <a:r>
                        <a:rPr kumimoji="1" lang="pt-BR" altLang="ja-JP" sz="2400" dirty="0">
                          <a:latin typeface="Consolas" panose="020B0609020204030204" pitchFamily="49" charset="0"/>
                          <a:ea typeface="Ricty Diminished" panose="020B0509020203020207" pitchFamily="49" charset="-128"/>
                        </a:rPr>
                        <a:t>11</a:t>
                      </a:r>
                    </a:p>
                    <a:p>
                      <a:pPr algn="l"/>
                      <a:r>
                        <a:rPr kumimoji="1" lang="pt-BR" altLang="ja-JP" sz="2400" dirty="0">
                          <a:latin typeface="Consolas" panose="020B0609020204030204" pitchFamily="49" charset="0"/>
                          <a:ea typeface="Ricty Diminished" panose="020B0509020203020207" pitchFamily="49" charset="-128"/>
                        </a:rPr>
                        <a:t>12</a:t>
                      </a:r>
                    </a:p>
                    <a:p>
                      <a:pPr algn="l"/>
                      <a:r>
                        <a:rPr kumimoji="1" lang="pt-BR" altLang="ja-JP" sz="2400" dirty="0">
                          <a:latin typeface="Consolas" panose="020B0609020204030204" pitchFamily="49" charset="0"/>
                          <a:ea typeface="Ricty Diminished" panose="020B0509020203020207" pitchFamily="49" charset="-128"/>
                        </a:rPr>
                        <a:t>13</a:t>
                      </a:r>
                    </a:p>
                    <a:p>
                      <a:pPr algn="l"/>
                      <a:r>
                        <a:rPr kumimoji="1" lang="pt-BR" altLang="ja-JP" sz="2400" dirty="0">
                          <a:latin typeface="Consolas" panose="020B0609020204030204" pitchFamily="49" charset="0"/>
                          <a:ea typeface="Ricty Diminished" panose="020B0509020203020207" pitchFamily="49" charset="-128"/>
                        </a:rPr>
                        <a:t>14</a:t>
                      </a:r>
                    </a:p>
                    <a:p>
                      <a:pPr algn="l"/>
                      <a:r>
                        <a:rPr kumimoji="1" lang="en-US" altLang="ja-JP" sz="2400" kern="1200" dirty="0">
                          <a:solidFill>
                            <a:schemeClr val="tx1"/>
                          </a:solidFill>
                          <a:latin typeface="+mj-ea"/>
                          <a:ea typeface="+mn-ea"/>
                          <a:cs typeface="+mn-cs"/>
                        </a:rPr>
                        <a:t>…</a:t>
                      </a:r>
                      <a:endParaRPr kumimoji="1" lang="pt-BR" altLang="ja-JP" sz="2400" dirty="0">
                        <a:latin typeface="Consolas" panose="020B0609020204030204" pitchFamily="49" charset="0"/>
                        <a:ea typeface="Ricty Diminished" panose="020B0509020203020207" pitchFamily="49" charset="-128"/>
                      </a:endParaRPr>
                    </a:p>
                    <a:p>
                      <a:pPr algn="l"/>
                      <a:r>
                        <a:rPr kumimoji="1" lang="pt-BR" altLang="ja-JP" sz="2400" dirty="0">
                          <a:latin typeface="Consolas" panose="020B0609020204030204" pitchFamily="49" charset="0"/>
                          <a:ea typeface="Ricty Diminished" panose="020B0509020203020207" pitchFamily="49" charset="-128"/>
                        </a:rPr>
                        <a:t>20</a:t>
                      </a:r>
                    </a:p>
                  </a:txBody>
                  <a:tcPr>
                    <a:lnL w="190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l"/>
                      <a:r>
                        <a:rPr kumimoji="1" lang="pt-BR" altLang="ja-JP" sz="2400" dirty="0">
                          <a:solidFill>
                            <a:schemeClr val="tx1"/>
                          </a:solidFill>
                          <a:latin typeface="Consolas" panose="020B0609020204030204" pitchFamily="49" charset="0"/>
                          <a:ea typeface="Ricty Diminished" panose="020B0509020203020207" pitchFamily="49" charset="-128"/>
                        </a:rPr>
                        <a:t>public int close_to_zero(int n)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a:t>
                      </a:r>
                      <a:r>
                        <a:rPr kumimoji="1" lang="en-US" altLang="ja-JP" sz="2400" kern="1200" dirty="0">
                          <a:solidFill>
                            <a:schemeClr val="tx1"/>
                          </a:solidFill>
                          <a:latin typeface="+mj-ea"/>
                          <a:ea typeface="+mn-ea"/>
                          <a:cs typeface="+mn-cs"/>
                        </a:rPr>
                        <a:t>…</a:t>
                      </a:r>
                      <a:endParaRPr kumimoji="1" lang="pt-BR" altLang="ja-JP" sz="2400" dirty="0">
                        <a:solidFill>
                          <a:schemeClr val="tx1"/>
                        </a:solidFill>
                        <a:latin typeface="Consolas" panose="020B0609020204030204" pitchFamily="49" charset="0"/>
                        <a:ea typeface="Ricty Diminished" panose="020B0509020203020207" pitchFamily="49" charset="-128"/>
                      </a:endParaRPr>
                    </a:p>
                    <a:p>
                      <a:pPr algn="l"/>
                      <a:r>
                        <a:rPr kumimoji="1" lang="pt-BR" altLang="ja-JP" sz="2400" dirty="0">
                          <a:solidFill>
                            <a:schemeClr val="tx1"/>
                          </a:solidFill>
                          <a:latin typeface="Consolas" panose="020B0609020204030204" pitchFamily="49" charset="0"/>
                          <a:ea typeface="Ricty Diminished" panose="020B0509020203020207" pitchFamily="49" charset="-128"/>
                        </a:rPr>
                        <a:t>    } else if (n &lt; 0) { // bug here</a:t>
                      </a:r>
                    </a:p>
                    <a:p>
                      <a:pPr algn="l"/>
                      <a:r>
                        <a:rPr kumimoji="1" lang="pt-BR" altLang="ja-JP" sz="2400" dirty="0">
                          <a:solidFill>
                            <a:schemeClr val="tx1"/>
                          </a:solidFill>
                          <a:latin typeface="Consolas" panose="020B0609020204030204" pitchFamily="49" charset="0"/>
                          <a:ea typeface="Ricty Diminished" panose="020B0509020203020207" pitchFamily="49" charset="-128"/>
                        </a:rPr>
                        <a:t>                 </a:t>
                      </a:r>
                      <a:r>
                        <a:rPr kumimoji="1" lang="en-US" altLang="ja-JP" sz="2400" dirty="0">
                          <a:solidFill>
                            <a:schemeClr val="tx1"/>
                          </a:solidFill>
                          <a:latin typeface="+mj-ea"/>
                          <a:ea typeface="+mj-ea"/>
                        </a:rPr>
                        <a:t>…</a:t>
                      </a:r>
                      <a:endParaRPr kumimoji="1" lang="pt-BR" altLang="ja-JP" sz="2400" dirty="0">
                        <a:solidFill>
                          <a:schemeClr val="tx1"/>
                        </a:solidFill>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pt-BR" altLang="ja-JP" sz="2400" dirty="0">
                          <a:solidFill>
                            <a:schemeClr val="tx1"/>
                          </a:solidFill>
                          <a:latin typeface="Consolas" panose="020B0609020204030204" pitchFamily="49" charset="0"/>
                          <a:ea typeface="Ricty Diminished" panose="020B0509020203020207" pitchFamily="49" charset="-128"/>
                        </a:rPr>
                        <a:t>    n--;</a:t>
                      </a:r>
                      <a:r>
                        <a:rPr kumimoji="1" lang="ja-JP" altLang="en-US" sz="2400" dirty="0">
                          <a:solidFill>
                            <a:schemeClr val="tx1"/>
                          </a:solidFill>
                          <a:latin typeface="Consolas" panose="020B0609020204030204" pitchFamily="49" charset="0"/>
                          <a:ea typeface="Ricty Diminished" panose="020B0509020203020207" pitchFamily="49" charset="-128"/>
                        </a:rPr>
                        <a:t> </a:t>
                      </a:r>
                      <a:r>
                        <a:rPr kumimoji="1" lang="pt-BR" altLang="ja-JP" sz="2400" dirty="0">
                          <a:solidFill>
                            <a:schemeClr val="tx1"/>
                          </a:solidFill>
                          <a:latin typeface="Consolas" panose="020B0609020204030204" pitchFamily="49" charset="0"/>
                          <a:ea typeface="Ricty Diminished" panose="020B0509020203020207" pitchFamily="49" charset="-128"/>
                        </a:rPr>
                        <a:t>// bug here</a:t>
                      </a:r>
                    </a:p>
                    <a:p>
                      <a:pPr algn="l"/>
                      <a:r>
                        <a:rPr kumimoji="1" lang="pt-BR" altLang="ja-JP" sz="2400" dirty="0">
                          <a:solidFill>
                            <a:schemeClr val="tx1"/>
                          </a:solidFill>
                          <a:latin typeface="Consolas" panose="020B0609020204030204" pitchFamily="49" charset="0"/>
                          <a:ea typeface="Ricty Diminished" panose="020B0509020203020207" pitchFamily="49" charset="-128"/>
                        </a:rPr>
                        <a:t>    return n;</a:t>
                      </a:r>
                    </a:p>
                    <a:p>
                      <a:pPr algn="l"/>
                      <a:r>
                        <a:rPr kumimoji="1" lang="pt-BR" altLang="ja-JP" sz="2400" dirty="0">
                          <a:solidFill>
                            <a:schemeClr val="tx1"/>
                          </a:solidFill>
                          <a:latin typeface="Consolas" panose="020B0609020204030204" pitchFamily="49" charset="0"/>
                          <a:ea typeface="Ricty Diminished" panose="020B0509020203020207" pitchFamily="49" charset="-128"/>
                        </a:rPr>
                        <a:t>  }</a:t>
                      </a:r>
                    </a:p>
                    <a:p>
                      <a:pPr algn="l"/>
                      <a:endParaRPr kumimoji="1" lang="pt-BR" altLang="ja-JP" sz="2400" dirty="0">
                        <a:solidFill>
                          <a:schemeClr val="tx1"/>
                        </a:solidFill>
                        <a:latin typeface="Consolas" panose="020B0609020204030204" pitchFamily="49" charset="0"/>
                        <a:ea typeface="Ricty Diminished" panose="020B0509020203020207" pitchFamily="49" charset="-128"/>
                      </a:endParaRPr>
                    </a:p>
                    <a:p>
                      <a:pPr algn="l"/>
                      <a:r>
                        <a:rPr kumimoji="1" lang="pt-BR" altLang="ja-JP" sz="2400" dirty="0">
                          <a:solidFill>
                            <a:schemeClr val="tx1"/>
                          </a:solidFill>
                          <a:latin typeface="Consolas" panose="020B0609020204030204" pitchFamily="49" charset="0"/>
                          <a:ea typeface="Ricty Diminished" panose="020B0509020203020207" pitchFamily="49" charset="-128"/>
                        </a:rPr>
                        <a:t>  // </a:t>
                      </a:r>
                      <a:r>
                        <a:rPr kumimoji="1" lang="ja-JP" altLang="en-US" sz="2400" dirty="0">
                          <a:solidFill>
                            <a:schemeClr val="tx1"/>
                          </a:solidFill>
                          <a:latin typeface="Consolas" panose="020B0609020204030204" pitchFamily="49" charset="0"/>
                          <a:ea typeface="Ricty Diminished" panose="020B0509020203020207" pitchFamily="49" charset="-128"/>
                        </a:rPr>
                        <a:t>再利用されるべきメソッド</a:t>
                      </a:r>
                      <a:r>
                        <a:rPr kumimoji="1" lang="en-US" altLang="ja-JP" sz="2400" dirty="0">
                          <a:solidFill>
                            <a:schemeClr val="tx1"/>
                          </a:solidFill>
                          <a:latin typeface="Consolas" panose="020B0609020204030204" pitchFamily="49" charset="0"/>
                          <a:ea typeface="Ricty Diminished" panose="020B0509020203020207" pitchFamily="49" charset="-128"/>
                        </a:rPr>
                        <a:t>1</a:t>
                      </a:r>
                    </a:p>
                    <a:p>
                      <a:pPr algn="l"/>
                      <a:r>
                        <a:rPr kumimoji="1" lang="en-US" altLang="ja-JP" sz="2400" dirty="0">
                          <a:solidFill>
                            <a:schemeClr val="tx1"/>
                          </a:solidFill>
                          <a:latin typeface="Consolas" panose="020B0609020204030204" pitchFamily="49" charset="0"/>
                          <a:ea typeface="Ricty Diminished" panose="020B0509020203020207" pitchFamily="49" charset="-128"/>
                        </a:rPr>
                        <a:t>  </a:t>
                      </a:r>
                      <a:r>
                        <a:rPr kumimoji="1" lang="pt-BR" altLang="ja-JP" sz="2400" dirty="0">
                          <a:solidFill>
                            <a:schemeClr val="tx1"/>
                          </a:solidFill>
                          <a:latin typeface="Consolas" panose="020B0609020204030204" pitchFamily="49" charset="0"/>
                          <a:ea typeface="Ricty Diminished" panose="020B0509020203020207" pitchFamily="49" charset="-128"/>
                        </a:rPr>
                        <a:t>public int reuse_me1(int n) {</a:t>
                      </a:r>
                    </a:p>
                    <a:p>
                      <a:pPr algn="l"/>
                      <a:r>
                        <a:rPr kumimoji="1" lang="pt-BR" altLang="ja-JP" sz="2400" dirty="0">
                          <a:solidFill>
                            <a:schemeClr val="tx1"/>
                          </a:solidFill>
                          <a:latin typeface="Consolas" panose="020B0609020204030204" pitchFamily="49" charset="0"/>
                          <a:ea typeface="Ricty Diminished" panose="020B0509020203020207" pitchFamily="49" charset="-128"/>
                        </a:rPr>
                        <a:t>                 </a:t>
                      </a:r>
                      <a:r>
                        <a:rPr kumimoji="1" lang="en-US" altLang="ja-JP" sz="2400" kern="1200" dirty="0">
                          <a:solidFill>
                            <a:schemeClr val="tx1"/>
                          </a:solidFill>
                          <a:latin typeface="+mj-ea"/>
                          <a:ea typeface="+mn-ea"/>
                          <a:cs typeface="+mn-cs"/>
                        </a:rPr>
                        <a:t>…</a:t>
                      </a:r>
                      <a:endParaRPr kumimoji="1" lang="pt-BR" altLang="ja-JP" sz="2400" dirty="0">
                        <a:solidFill>
                          <a:schemeClr val="tx1"/>
                        </a:solidFill>
                        <a:latin typeface="Consolas" panose="020B0609020204030204" pitchFamily="49" charset="0"/>
                        <a:ea typeface="Ricty Diminished" panose="020B0509020203020207" pitchFamily="49" charset="-128"/>
                      </a:endParaRPr>
                    </a:p>
                    <a:p>
                      <a:pPr algn="l"/>
                      <a:r>
                        <a:rPr kumimoji="1" lang="pt-BR" altLang="ja-JP" sz="2400" dirty="0">
                          <a:solidFill>
                            <a:schemeClr val="tx1"/>
                          </a:solidFill>
                          <a:latin typeface="Consolas" panose="020B0609020204030204" pitchFamily="49" charset="0"/>
                          <a:ea typeface="Ricty Diminished" panose="020B0509020203020207" pitchFamily="49" charset="-128"/>
                        </a:rPr>
                        <a:t>}</a:t>
                      </a:r>
                      <a:endParaRPr kumimoji="1" lang="pt-BR" altLang="ja-JP" sz="2400" dirty="0">
                        <a:latin typeface="Consolas" panose="020B0609020204030204" pitchFamily="49" charset="0"/>
                        <a:ea typeface="Ricty Diminished" panose="020B0509020203020207" pitchFamily="49" charset="-128"/>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mpd="sng">
                      <a:solidFill>
                        <a:schemeClr val="tx1"/>
                      </a:solidFill>
                      <a:prstDash val="soli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831808"/>
                  </a:ext>
                </a:extLst>
              </a:tr>
            </a:tbl>
          </a:graphicData>
        </a:graphic>
      </p:graphicFrame>
    </p:spTree>
    <p:extLst>
      <p:ext uri="{BB962C8B-B14F-4D97-AF65-F5344CB8AC3E}">
        <p14:creationId xmlns:p14="http://schemas.microsoft.com/office/powerpoint/2010/main" val="3843969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0217AD-C28D-4006-8860-927D033A9804}"/>
              </a:ext>
            </a:extLst>
          </p:cNvPr>
          <p:cNvSpPr>
            <a:spLocks noGrp="1"/>
          </p:cNvSpPr>
          <p:nvPr>
            <p:ph type="title"/>
          </p:nvPr>
        </p:nvSpPr>
        <p:spPr/>
        <p:txBody>
          <a:bodyPr/>
          <a:lstStyle/>
          <a:p>
            <a:r>
              <a:rPr kumimoji="1" lang="ja-JP" altLang="en-US" dirty="0"/>
              <a:t>複雑な生成個体</a:t>
            </a:r>
          </a:p>
        </p:txBody>
      </p:sp>
      <p:sp>
        <p:nvSpPr>
          <p:cNvPr id="4" name="スライド番号プレースホルダー 3">
            <a:extLst>
              <a:ext uri="{FF2B5EF4-FFF2-40B4-BE49-F238E27FC236}">
                <a16:creationId xmlns:a16="http://schemas.microsoft.com/office/drawing/2014/main" id="{74BC416C-0BD9-44E2-A00E-8EE1BEF8B710}"/>
              </a:ext>
            </a:extLst>
          </p:cNvPr>
          <p:cNvSpPr>
            <a:spLocks noGrp="1"/>
          </p:cNvSpPr>
          <p:nvPr>
            <p:ph type="sldNum" sz="quarter" idx="4"/>
          </p:nvPr>
        </p:nvSpPr>
        <p:spPr/>
        <p:txBody>
          <a:bodyPr/>
          <a:lstStyle/>
          <a:p>
            <a:fld id="{3D1E95EC-FA06-447C-B439-F51D604829FB}" type="slidenum">
              <a:rPr kumimoji="1" lang="ja-JP" altLang="en-US" smtClean="0"/>
              <a:pPr/>
              <a:t>29</a:t>
            </a:fld>
            <a:endParaRPr kumimoji="1" lang="ja-JP" altLang="en-US" dirty="0"/>
          </a:p>
        </p:txBody>
      </p:sp>
      <p:sp>
        <p:nvSpPr>
          <p:cNvPr id="5" name="テキスト ボックス 4">
            <a:extLst>
              <a:ext uri="{FF2B5EF4-FFF2-40B4-BE49-F238E27FC236}">
                <a16:creationId xmlns:a16="http://schemas.microsoft.com/office/drawing/2014/main" id="{C85A91C0-1BDF-4189-B490-F344AEE89BED}"/>
              </a:ext>
            </a:extLst>
          </p:cNvPr>
          <p:cNvSpPr txBox="1"/>
          <p:nvPr/>
        </p:nvSpPr>
        <p:spPr>
          <a:xfrm flipH="1">
            <a:off x="794575" y="965093"/>
            <a:ext cx="7554850" cy="5262979"/>
          </a:xfrm>
          <a:prstGeom prst="rect">
            <a:avLst/>
          </a:prstGeom>
          <a:noFill/>
          <a:ln w="28575">
            <a:solidFill>
              <a:schemeClr val="tx1"/>
            </a:solidFill>
          </a:ln>
        </p:spPr>
        <p:txBody>
          <a:bodyPr wrap="square" rtlCol="0">
            <a:spAutoFit/>
          </a:bodyPr>
          <a:lstStyle/>
          <a:p>
            <a:pPr algn="l"/>
            <a:r>
              <a:rPr kumimoji="1" lang="pt-BR" altLang="ja-JP" sz="2400" dirty="0">
                <a:latin typeface="Consolas" panose="020B0609020204030204" pitchFamily="49" charset="0"/>
                <a:ea typeface="Ricty Diminished" panose="020B0509020203020207" pitchFamily="49" charset="-128"/>
              </a:rPr>
              <a:t>     } else {</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a:t>
            </a:r>
          </a:p>
          <a:p>
            <a:pPr algn="l"/>
            <a:r>
              <a:rPr kumimoji="1" lang="pt-BR" altLang="ja-JP" sz="2400" dirty="0">
                <a:latin typeface="Consolas" panose="020B0609020204030204" pitchFamily="49" charset="0"/>
                <a:ea typeface="Ricty Diminished" panose="020B0509020203020207" pitchFamily="49" charset="-128"/>
              </a:rPr>
              <a:t>     }</a:t>
            </a:r>
          </a:p>
          <a:p>
            <a:pPr algn="l"/>
            <a:r>
              <a:rPr kumimoji="1" lang="pt-BR" altLang="ja-JP" sz="2400" dirty="0">
                <a:latin typeface="Consolas" panose="020B0609020204030204" pitchFamily="49" charset="0"/>
                <a:ea typeface="Ricty Diminished" panose="020B0509020203020207" pitchFamily="49" charset="-128"/>
              </a:rPr>
              <a:t>     n--; // bug here</a:t>
            </a:r>
          </a:p>
        </p:txBody>
      </p:sp>
    </p:spTree>
    <p:extLst>
      <p:ext uri="{BB962C8B-B14F-4D97-AF65-F5344CB8AC3E}">
        <p14:creationId xmlns:p14="http://schemas.microsoft.com/office/powerpoint/2010/main" val="999729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970C97-3028-4231-BE9D-B891BF795CBE}"/>
              </a:ext>
            </a:extLst>
          </p:cNvPr>
          <p:cNvSpPr>
            <a:spLocks noGrp="1"/>
          </p:cNvSpPr>
          <p:nvPr>
            <p:ph type="title"/>
          </p:nvPr>
        </p:nvSpPr>
        <p:spPr/>
        <p:txBody>
          <a:bodyPr/>
          <a:lstStyle/>
          <a:p>
            <a:r>
              <a:rPr kumimoji="1" lang="ja-JP" altLang="en-US" dirty="0"/>
              <a:t>バグ限局</a:t>
            </a:r>
          </a:p>
        </p:txBody>
      </p:sp>
      <p:sp>
        <p:nvSpPr>
          <p:cNvPr id="3" name="コンテンツ プレースホルダー 2">
            <a:extLst>
              <a:ext uri="{FF2B5EF4-FFF2-40B4-BE49-F238E27FC236}">
                <a16:creationId xmlns:a16="http://schemas.microsoft.com/office/drawing/2014/main" id="{EBC10DEE-5385-4D45-9FAC-29CD01E29CFC}"/>
              </a:ext>
            </a:extLst>
          </p:cNvPr>
          <p:cNvSpPr>
            <a:spLocks noGrp="1"/>
          </p:cNvSpPr>
          <p:nvPr>
            <p:ph idx="1"/>
          </p:nvPr>
        </p:nvSpPr>
        <p:spPr/>
        <p:txBody>
          <a:bodyPr/>
          <a:lstStyle/>
          <a:p>
            <a:r>
              <a:rPr kumimoji="1" lang="ja-JP" altLang="en-US" dirty="0"/>
              <a:t>複数のテストを実行することでバグ箇所を推定</a:t>
            </a:r>
          </a:p>
        </p:txBody>
      </p:sp>
      <p:sp>
        <p:nvSpPr>
          <p:cNvPr id="4" name="スライド番号プレースホルダー 3">
            <a:extLst>
              <a:ext uri="{FF2B5EF4-FFF2-40B4-BE49-F238E27FC236}">
                <a16:creationId xmlns:a16="http://schemas.microsoft.com/office/drawing/2014/main" id="{6D87F7BB-4FC5-4BEE-806F-864EC0CEF1FA}"/>
              </a:ext>
            </a:extLst>
          </p:cNvPr>
          <p:cNvSpPr>
            <a:spLocks noGrp="1"/>
          </p:cNvSpPr>
          <p:nvPr>
            <p:ph type="sldNum" sz="quarter" idx="4"/>
          </p:nvPr>
        </p:nvSpPr>
        <p:spPr/>
        <p:txBody>
          <a:bodyPr/>
          <a:lstStyle/>
          <a:p>
            <a:fld id="{3D1E95EC-FA06-447C-B439-F51D604829FB}" type="slidenum">
              <a:rPr kumimoji="1" lang="ja-JP" altLang="en-US" smtClean="0"/>
              <a:pPr/>
              <a:t>30</a:t>
            </a:fld>
            <a:endParaRPr kumimoji="1" lang="ja-JP" altLang="en-US" dirty="0"/>
          </a:p>
        </p:txBody>
      </p:sp>
      <p:sp>
        <p:nvSpPr>
          <p:cNvPr id="5" name="テキスト ボックス 4">
            <a:extLst>
              <a:ext uri="{FF2B5EF4-FFF2-40B4-BE49-F238E27FC236}">
                <a16:creationId xmlns:a16="http://schemas.microsoft.com/office/drawing/2014/main" id="{7F2C3674-0FA8-46C5-A77D-75153B51583A}"/>
              </a:ext>
            </a:extLst>
          </p:cNvPr>
          <p:cNvSpPr txBox="1"/>
          <p:nvPr/>
        </p:nvSpPr>
        <p:spPr>
          <a:xfrm>
            <a:off x="5052069" y="3210440"/>
            <a:ext cx="2034531" cy="430887"/>
          </a:xfrm>
          <a:prstGeom prst="rect">
            <a:avLst/>
          </a:prstGeom>
          <a:noFill/>
        </p:spPr>
        <p:txBody>
          <a:bodyPr wrap="none" rtlCol="0">
            <a:spAutoFit/>
          </a:bodyPr>
          <a:lstStyle/>
          <a:p>
            <a:r>
              <a:rPr kumimoji="1" lang="ja-JP" altLang="en-US" sz="2200" dirty="0"/>
              <a:t>テスト</a:t>
            </a:r>
            <a:r>
              <a:rPr kumimoji="1" lang="en-US" altLang="ja-JP" sz="2200" dirty="0"/>
              <a:t>1</a:t>
            </a:r>
            <a:r>
              <a:rPr kumimoji="1" lang="ja-JP" altLang="en-US" sz="2200" dirty="0"/>
              <a:t>に成功</a:t>
            </a:r>
          </a:p>
        </p:txBody>
      </p:sp>
      <p:grpSp>
        <p:nvGrpSpPr>
          <p:cNvPr id="19" name="図 5" descr="ドキュメント 枠線">
            <a:extLst>
              <a:ext uri="{FF2B5EF4-FFF2-40B4-BE49-F238E27FC236}">
                <a16:creationId xmlns:a16="http://schemas.microsoft.com/office/drawing/2014/main" id="{EEB909B0-69DA-43FC-B7C5-C1B847021C61}"/>
              </a:ext>
            </a:extLst>
          </p:cNvPr>
          <p:cNvGrpSpPr/>
          <p:nvPr/>
        </p:nvGrpSpPr>
        <p:grpSpPr>
          <a:xfrm>
            <a:off x="2185237" y="2193545"/>
            <a:ext cx="2454421" cy="3272561"/>
            <a:chOff x="2185237" y="2193545"/>
            <a:chExt cx="2454421" cy="3272561"/>
          </a:xfrm>
          <a:solidFill>
            <a:srgbClr val="000000"/>
          </a:solidFill>
        </p:grpSpPr>
        <p:sp>
          <p:nvSpPr>
            <p:cNvPr id="20" name="フリーフォーム: 図形 19">
              <a:extLst>
                <a:ext uri="{FF2B5EF4-FFF2-40B4-BE49-F238E27FC236}">
                  <a16:creationId xmlns:a16="http://schemas.microsoft.com/office/drawing/2014/main" id="{F7E45F70-A961-47E4-BDAF-A387B8510E98}"/>
                </a:ext>
              </a:extLst>
            </p:cNvPr>
            <p:cNvSpPr/>
            <p:nvPr/>
          </p:nvSpPr>
          <p:spPr>
            <a:xfrm>
              <a:off x="2594307" y="3584383"/>
              <a:ext cx="1636280" cy="81814"/>
            </a:xfrm>
            <a:custGeom>
              <a:avLst/>
              <a:gdLst>
                <a:gd name="connsiteX0" fmla="*/ 0 w 1636280"/>
                <a:gd name="connsiteY0" fmla="*/ 0 h 81814"/>
                <a:gd name="connsiteX1" fmla="*/ 1636281 w 1636280"/>
                <a:gd name="connsiteY1" fmla="*/ 0 h 81814"/>
                <a:gd name="connsiteX2" fmla="*/ 1636281 w 1636280"/>
                <a:gd name="connsiteY2" fmla="*/ 81814 h 81814"/>
                <a:gd name="connsiteX3" fmla="*/ 0 w 1636280"/>
                <a:gd name="connsiteY3" fmla="*/ 81814 h 81814"/>
              </a:gdLst>
              <a:ahLst/>
              <a:cxnLst>
                <a:cxn ang="0">
                  <a:pos x="connsiteX0" y="connsiteY0"/>
                </a:cxn>
                <a:cxn ang="0">
                  <a:pos x="connsiteX1" y="connsiteY1"/>
                </a:cxn>
                <a:cxn ang="0">
                  <a:pos x="connsiteX2" y="connsiteY2"/>
                </a:cxn>
                <a:cxn ang="0">
                  <a:pos x="connsiteX3" y="connsiteY3"/>
                </a:cxn>
              </a:cxnLst>
              <a:rect l="l" t="t" r="r" b="b"/>
              <a:pathLst>
                <a:path w="1636280" h="81814">
                  <a:moveTo>
                    <a:pt x="0" y="0"/>
                  </a:moveTo>
                  <a:lnTo>
                    <a:pt x="1636281" y="0"/>
                  </a:lnTo>
                  <a:lnTo>
                    <a:pt x="1636281" y="81814"/>
                  </a:lnTo>
                  <a:lnTo>
                    <a:pt x="0" y="81814"/>
                  </a:lnTo>
                  <a:close/>
                </a:path>
              </a:pathLst>
            </a:custGeom>
            <a:solidFill>
              <a:srgbClr val="000000"/>
            </a:solidFill>
            <a:ln w="28575" cap="flat">
              <a:solidFill>
                <a:schemeClr val="tx1"/>
              </a:solidFill>
              <a:prstDash val="solid"/>
              <a:miter/>
            </a:ln>
          </p:spPr>
          <p:txBody>
            <a:bodyPr rtlCol="0" anchor="ctr"/>
            <a:lstStyle/>
            <a:p>
              <a:endParaRPr lang="ja-JP" altLang="en-US"/>
            </a:p>
          </p:txBody>
        </p:sp>
        <p:sp>
          <p:nvSpPr>
            <p:cNvPr id="21" name="フリーフォーム: 図形 20">
              <a:extLst>
                <a:ext uri="{FF2B5EF4-FFF2-40B4-BE49-F238E27FC236}">
                  <a16:creationId xmlns:a16="http://schemas.microsoft.com/office/drawing/2014/main" id="{9457BA85-CDCD-4F82-ACB5-713B64D27441}"/>
                </a:ext>
              </a:extLst>
            </p:cNvPr>
            <p:cNvSpPr/>
            <p:nvPr/>
          </p:nvSpPr>
          <p:spPr>
            <a:xfrm>
              <a:off x="2594307" y="3257127"/>
              <a:ext cx="777233" cy="81814"/>
            </a:xfrm>
            <a:custGeom>
              <a:avLst/>
              <a:gdLst>
                <a:gd name="connsiteX0" fmla="*/ 0 w 777233"/>
                <a:gd name="connsiteY0" fmla="*/ 0 h 81814"/>
                <a:gd name="connsiteX1" fmla="*/ 777233 w 777233"/>
                <a:gd name="connsiteY1" fmla="*/ 0 h 81814"/>
                <a:gd name="connsiteX2" fmla="*/ 777233 w 777233"/>
                <a:gd name="connsiteY2" fmla="*/ 81814 h 81814"/>
                <a:gd name="connsiteX3" fmla="*/ 0 w 777233"/>
                <a:gd name="connsiteY3" fmla="*/ 81814 h 81814"/>
              </a:gdLst>
              <a:ahLst/>
              <a:cxnLst>
                <a:cxn ang="0">
                  <a:pos x="connsiteX0" y="connsiteY0"/>
                </a:cxn>
                <a:cxn ang="0">
                  <a:pos x="connsiteX1" y="connsiteY1"/>
                </a:cxn>
                <a:cxn ang="0">
                  <a:pos x="connsiteX2" y="connsiteY2"/>
                </a:cxn>
                <a:cxn ang="0">
                  <a:pos x="connsiteX3" y="connsiteY3"/>
                </a:cxn>
              </a:cxnLst>
              <a:rect l="l" t="t" r="r" b="b"/>
              <a:pathLst>
                <a:path w="777233" h="81814">
                  <a:moveTo>
                    <a:pt x="0" y="0"/>
                  </a:moveTo>
                  <a:lnTo>
                    <a:pt x="777233" y="0"/>
                  </a:lnTo>
                  <a:lnTo>
                    <a:pt x="777233" y="81814"/>
                  </a:lnTo>
                  <a:lnTo>
                    <a:pt x="0" y="81814"/>
                  </a:lnTo>
                  <a:close/>
                </a:path>
              </a:pathLst>
            </a:custGeom>
            <a:solidFill>
              <a:srgbClr val="000000"/>
            </a:solidFill>
            <a:ln w="28575" cap="flat">
              <a:solidFill>
                <a:schemeClr val="tx1"/>
              </a:solidFill>
              <a:prstDash val="solid"/>
              <a:miter/>
            </a:ln>
          </p:spPr>
          <p:txBody>
            <a:bodyPr rtlCol="0" anchor="ctr"/>
            <a:lstStyle/>
            <a:p>
              <a:endParaRPr lang="ja-JP" altLang="en-US"/>
            </a:p>
          </p:txBody>
        </p:sp>
        <p:sp>
          <p:nvSpPr>
            <p:cNvPr id="22" name="フリーフォーム: 図形 21">
              <a:extLst>
                <a:ext uri="{FF2B5EF4-FFF2-40B4-BE49-F238E27FC236}">
                  <a16:creationId xmlns:a16="http://schemas.microsoft.com/office/drawing/2014/main" id="{22E3225D-C1CD-4093-8649-A5E8449E6A08}"/>
                </a:ext>
              </a:extLst>
            </p:cNvPr>
            <p:cNvSpPr/>
            <p:nvPr/>
          </p:nvSpPr>
          <p:spPr>
            <a:xfrm>
              <a:off x="2594307" y="3911640"/>
              <a:ext cx="1636280" cy="81814"/>
            </a:xfrm>
            <a:custGeom>
              <a:avLst/>
              <a:gdLst>
                <a:gd name="connsiteX0" fmla="*/ 0 w 1636280"/>
                <a:gd name="connsiteY0" fmla="*/ 0 h 81814"/>
                <a:gd name="connsiteX1" fmla="*/ 1636281 w 1636280"/>
                <a:gd name="connsiteY1" fmla="*/ 0 h 81814"/>
                <a:gd name="connsiteX2" fmla="*/ 1636281 w 1636280"/>
                <a:gd name="connsiteY2" fmla="*/ 81814 h 81814"/>
                <a:gd name="connsiteX3" fmla="*/ 0 w 1636280"/>
                <a:gd name="connsiteY3" fmla="*/ 81814 h 81814"/>
              </a:gdLst>
              <a:ahLst/>
              <a:cxnLst>
                <a:cxn ang="0">
                  <a:pos x="connsiteX0" y="connsiteY0"/>
                </a:cxn>
                <a:cxn ang="0">
                  <a:pos x="connsiteX1" y="connsiteY1"/>
                </a:cxn>
                <a:cxn ang="0">
                  <a:pos x="connsiteX2" y="connsiteY2"/>
                </a:cxn>
                <a:cxn ang="0">
                  <a:pos x="connsiteX3" y="connsiteY3"/>
                </a:cxn>
              </a:cxnLst>
              <a:rect l="l" t="t" r="r" b="b"/>
              <a:pathLst>
                <a:path w="1636280" h="81814">
                  <a:moveTo>
                    <a:pt x="0" y="0"/>
                  </a:moveTo>
                  <a:lnTo>
                    <a:pt x="1636281" y="0"/>
                  </a:lnTo>
                  <a:lnTo>
                    <a:pt x="1636281" y="81814"/>
                  </a:lnTo>
                  <a:lnTo>
                    <a:pt x="0" y="81814"/>
                  </a:lnTo>
                  <a:close/>
                </a:path>
              </a:pathLst>
            </a:custGeom>
            <a:solidFill>
              <a:srgbClr val="FF0000"/>
            </a:solidFill>
            <a:ln w="28575" cap="flat">
              <a:solidFill>
                <a:srgbClr val="FF0000"/>
              </a:solidFill>
              <a:prstDash val="solid"/>
              <a:miter/>
            </a:ln>
          </p:spPr>
          <p:txBody>
            <a:bodyPr rtlCol="0" anchor="ctr"/>
            <a:lstStyle/>
            <a:p>
              <a:endParaRPr lang="ja-JP" altLang="en-US" dirty="0"/>
            </a:p>
          </p:txBody>
        </p:sp>
        <p:sp>
          <p:nvSpPr>
            <p:cNvPr id="23" name="フリーフォーム: 図形 22">
              <a:extLst>
                <a:ext uri="{FF2B5EF4-FFF2-40B4-BE49-F238E27FC236}">
                  <a16:creationId xmlns:a16="http://schemas.microsoft.com/office/drawing/2014/main" id="{5F4C2062-33C1-4FAF-85A3-E309A2F07E2C}"/>
                </a:ext>
              </a:extLst>
            </p:cNvPr>
            <p:cNvSpPr/>
            <p:nvPr/>
          </p:nvSpPr>
          <p:spPr>
            <a:xfrm>
              <a:off x="2594307" y="4238896"/>
              <a:ext cx="1636280" cy="81814"/>
            </a:xfrm>
            <a:custGeom>
              <a:avLst/>
              <a:gdLst>
                <a:gd name="connsiteX0" fmla="*/ 0 w 1636280"/>
                <a:gd name="connsiteY0" fmla="*/ 0 h 81814"/>
                <a:gd name="connsiteX1" fmla="*/ 1636281 w 1636280"/>
                <a:gd name="connsiteY1" fmla="*/ 0 h 81814"/>
                <a:gd name="connsiteX2" fmla="*/ 1636281 w 1636280"/>
                <a:gd name="connsiteY2" fmla="*/ 81814 h 81814"/>
                <a:gd name="connsiteX3" fmla="*/ 0 w 1636280"/>
                <a:gd name="connsiteY3" fmla="*/ 81814 h 81814"/>
              </a:gdLst>
              <a:ahLst/>
              <a:cxnLst>
                <a:cxn ang="0">
                  <a:pos x="connsiteX0" y="connsiteY0"/>
                </a:cxn>
                <a:cxn ang="0">
                  <a:pos x="connsiteX1" y="connsiteY1"/>
                </a:cxn>
                <a:cxn ang="0">
                  <a:pos x="connsiteX2" y="connsiteY2"/>
                </a:cxn>
                <a:cxn ang="0">
                  <a:pos x="connsiteX3" y="connsiteY3"/>
                </a:cxn>
              </a:cxnLst>
              <a:rect l="l" t="t" r="r" b="b"/>
              <a:pathLst>
                <a:path w="1636280" h="81814">
                  <a:moveTo>
                    <a:pt x="0" y="0"/>
                  </a:moveTo>
                  <a:lnTo>
                    <a:pt x="1636281" y="0"/>
                  </a:lnTo>
                  <a:lnTo>
                    <a:pt x="1636281" y="81814"/>
                  </a:lnTo>
                  <a:lnTo>
                    <a:pt x="0" y="81814"/>
                  </a:lnTo>
                  <a:close/>
                </a:path>
              </a:pathLst>
            </a:custGeom>
            <a:solidFill>
              <a:srgbClr val="FF0000"/>
            </a:solidFill>
            <a:ln w="28575" cap="flat">
              <a:solidFill>
                <a:srgbClr val="FF0000"/>
              </a:solidFill>
              <a:prstDash val="solid"/>
              <a:miter/>
            </a:ln>
          </p:spPr>
          <p:txBody>
            <a:bodyPr rtlCol="0" anchor="ctr"/>
            <a:lstStyle/>
            <a:p>
              <a:endParaRPr lang="ja-JP" altLang="en-US"/>
            </a:p>
          </p:txBody>
        </p:sp>
        <p:sp>
          <p:nvSpPr>
            <p:cNvPr id="24" name="フリーフォーム: 図形 23">
              <a:extLst>
                <a:ext uri="{FF2B5EF4-FFF2-40B4-BE49-F238E27FC236}">
                  <a16:creationId xmlns:a16="http://schemas.microsoft.com/office/drawing/2014/main" id="{BE762FBB-BFD7-413E-AB7F-5F3C8419A8A8}"/>
                </a:ext>
              </a:extLst>
            </p:cNvPr>
            <p:cNvSpPr/>
            <p:nvPr/>
          </p:nvSpPr>
          <p:spPr>
            <a:xfrm>
              <a:off x="2594307" y="4566152"/>
              <a:ext cx="1636280" cy="81814"/>
            </a:xfrm>
            <a:custGeom>
              <a:avLst/>
              <a:gdLst>
                <a:gd name="connsiteX0" fmla="*/ 0 w 1636280"/>
                <a:gd name="connsiteY0" fmla="*/ 0 h 81814"/>
                <a:gd name="connsiteX1" fmla="*/ 1636281 w 1636280"/>
                <a:gd name="connsiteY1" fmla="*/ 0 h 81814"/>
                <a:gd name="connsiteX2" fmla="*/ 1636281 w 1636280"/>
                <a:gd name="connsiteY2" fmla="*/ 81814 h 81814"/>
                <a:gd name="connsiteX3" fmla="*/ 0 w 1636280"/>
                <a:gd name="connsiteY3" fmla="*/ 81814 h 81814"/>
              </a:gdLst>
              <a:ahLst/>
              <a:cxnLst>
                <a:cxn ang="0">
                  <a:pos x="connsiteX0" y="connsiteY0"/>
                </a:cxn>
                <a:cxn ang="0">
                  <a:pos x="connsiteX1" y="connsiteY1"/>
                </a:cxn>
                <a:cxn ang="0">
                  <a:pos x="connsiteX2" y="connsiteY2"/>
                </a:cxn>
                <a:cxn ang="0">
                  <a:pos x="connsiteX3" y="connsiteY3"/>
                </a:cxn>
              </a:cxnLst>
              <a:rect l="l" t="t" r="r" b="b"/>
              <a:pathLst>
                <a:path w="1636280" h="81814">
                  <a:moveTo>
                    <a:pt x="0" y="0"/>
                  </a:moveTo>
                  <a:lnTo>
                    <a:pt x="1636281" y="0"/>
                  </a:lnTo>
                  <a:lnTo>
                    <a:pt x="1636281" y="81814"/>
                  </a:lnTo>
                  <a:lnTo>
                    <a:pt x="0" y="81814"/>
                  </a:lnTo>
                  <a:close/>
                </a:path>
              </a:pathLst>
            </a:custGeom>
            <a:solidFill>
              <a:srgbClr val="000000"/>
            </a:solidFill>
            <a:ln w="28575" cap="flat">
              <a:solidFill>
                <a:schemeClr val="tx1"/>
              </a:solidFill>
              <a:prstDash val="solid"/>
              <a:miter/>
            </a:ln>
          </p:spPr>
          <p:txBody>
            <a:bodyPr rtlCol="0" anchor="ctr"/>
            <a:lstStyle/>
            <a:p>
              <a:endParaRPr lang="ja-JP" altLang="en-US"/>
            </a:p>
          </p:txBody>
        </p:sp>
        <p:sp>
          <p:nvSpPr>
            <p:cNvPr id="25" name="フリーフォーム: 図形 24">
              <a:extLst>
                <a:ext uri="{FF2B5EF4-FFF2-40B4-BE49-F238E27FC236}">
                  <a16:creationId xmlns:a16="http://schemas.microsoft.com/office/drawing/2014/main" id="{0FF2E595-C518-497F-A658-411871C4528F}"/>
                </a:ext>
              </a:extLst>
            </p:cNvPr>
            <p:cNvSpPr/>
            <p:nvPr/>
          </p:nvSpPr>
          <p:spPr>
            <a:xfrm>
              <a:off x="2594307" y="4893408"/>
              <a:ext cx="1636280" cy="81814"/>
            </a:xfrm>
            <a:custGeom>
              <a:avLst/>
              <a:gdLst>
                <a:gd name="connsiteX0" fmla="*/ 0 w 1636280"/>
                <a:gd name="connsiteY0" fmla="*/ 0 h 81814"/>
                <a:gd name="connsiteX1" fmla="*/ 1636281 w 1636280"/>
                <a:gd name="connsiteY1" fmla="*/ 0 h 81814"/>
                <a:gd name="connsiteX2" fmla="*/ 1636281 w 1636280"/>
                <a:gd name="connsiteY2" fmla="*/ 81814 h 81814"/>
                <a:gd name="connsiteX3" fmla="*/ 0 w 1636280"/>
                <a:gd name="connsiteY3" fmla="*/ 81814 h 81814"/>
              </a:gdLst>
              <a:ahLst/>
              <a:cxnLst>
                <a:cxn ang="0">
                  <a:pos x="connsiteX0" y="connsiteY0"/>
                </a:cxn>
                <a:cxn ang="0">
                  <a:pos x="connsiteX1" y="connsiteY1"/>
                </a:cxn>
                <a:cxn ang="0">
                  <a:pos x="connsiteX2" y="connsiteY2"/>
                </a:cxn>
                <a:cxn ang="0">
                  <a:pos x="connsiteX3" y="connsiteY3"/>
                </a:cxn>
              </a:cxnLst>
              <a:rect l="l" t="t" r="r" b="b"/>
              <a:pathLst>
                <a:path w="1636280" h="81814">
                  <a:moveTo>
                    <a:pt x="0" y="0"/>
                  </a:moveTo>
                  <a:lnTo>
                    <a:pt x="1636281" y="0"/>
                  </a:lnTo>
                  <a:lnTo>
                    <a:pt x="1636281" y="81814"/>
                  </a:lnTo>
                  <a:lnTo>
                    <a:pt x="0" y="81814"/>
                  </a:lnTo>
                  <a:close/>
                </a:path>
              </a:pathLst>
            </a:custGeom>
            <a:solidFill>
              <a:srgbClr val="000000"/>
            </a:solidFill>
            <a:ln w="28575" cap="flat">
              <a:solidFill>
                <a:schemeClr val="tx1"/>
              </a:solidFill>
              <a:prstDash val="solid"/>
              <a:miter/>
            </a:ln>
          </p:spPr>
          <p:txBody>
            <a:bodyPr rtlCol="0" anchor="ctr"/>
            <a:lstStyle/>
            <a:p>
              <a:endParaRPr lang="ja-JP" altLang="en-US"/>
            </a:p>
          </p:txBody>
        </p:sp>
        <p:sp>
          <p:nvSpPr>
            <p:cNvPr id="26" name="フリーフォーム: 図形 25">
              <a:extLst>
                <a:ext uri="{FF2B5EF4-FFF2-40B4-BE49-F238E27FC236}">
                  <a16:creationId xmlns:a16="http://schemas.microsoft.com/office/drawing/2014/main" id="{4EE17D2A-FC23-40F0-8831-951B0825CD84}"/>
                </a:ext>
              </a:extLst>
            </p:cNvPr>
            <p:cNvSpPr/>
            <p:nvPr/>
          </p:nvSpPr>
          <p:spPr>
            <a:xfrm>
              <a:off x="2185237" y="2193545"/>
              <a:ext cx="2454421" cy="3272561"/>
            </a:xfrm>
            <a:custGeom>
              <a:avLst/>
              <a:gdLst>
                <a:gd name="connsiteX0" fmla="*/ 0 w 2454421"/>
                <a:gd name="connsiteY0" fmla="*/ 0 h 3272561"/>
                <a:gd name="connsiteX1" fmla="*/ 0 w 2454421"/>
                <a:gd name="connsiteY1" fmla="*/ 3272562 h 3272561"/>
                <a:gd name="connsiteX2" fmla="*/ 2454421 w 2454421"/>
                <a:gd name="connsiteY2" fmla="*/ 3272562 h 3272561"/>
                <a:gd name="connsiteX3" fmla="*/ 2454421 w 2454421"/>
                <a:gd name="connsiteY3" fmla="*/ 883019 h 3272561"/>
                <a:gd name="connsiteX4" fmla="*/ 1571402 w 2454421"/>
                <a:gd name="connsiteY4" fmla="*/ 0 h 3272561"/>
                <a:gd name="connsiteX5" fmla="*/ 1596069 w 2454421"/>
                <a:gd name="connsiteY5" fmla="*/ 140352 h 3272561"/>
                <a:gd name="connsiteX6" fmla="*/ 2314069 w 2454421"/>
                <a:gd name="connsiteY6" fmla="*/ 858352 h 3272561"/>
                <a:gd name="connsiteX7" fmla="*/ 2314065 w 2454421"/>
                <a:gd name="connsiteY7" fmla="*/ 858929 h 3272561"/>
                <a:gd name="connsiteX8" fmla="*/ 2313783 w 2454421"/>
                <a:gd name="connsiteY8" fmla="*/ 859047 h 3272561"/>
                <a:gd name="connsiteX9" fmla="*/ 1595374 w 2454421"/>
                <a:gd name="connsiteY9" fmla="*/ 859047 h 3272561"/>
                <a:gd name="connsiteX10" fmla="*/ 1595374 w 2454421"/>
                <a:gd name="connsiteY10" fmla="*/ 140638 h 3272561"/>
                <a:gd name="connsiteX11" fmla="*/ 1595787 w 2454421"/>
                <a:gd name="connsiteY11" fmla="*/ 140233 h 3272561"/>
                <a:gd name="connsiteX12" fmla="*/ 1596069 w 2454421"/>
                <a:gd name="connsiteY12" fmla="*/ 140352 h 3272561"/>
                <a:gd name="connsiteX13" fmla="*/ 81814 w 2454421"/>
                <a:gd name="connsiteY13" fmla="*/ 3190748 h 3272561"/>
                <a:gd name="connsiteX14" fmla="*/ 81814 w 2454421"/>
                <a:gd name="connsiteY14" fmla="*/ 81814 h 3272561"/>
                <a:gd name="connsiteX15" fmla="*/ 1513560 w 2454421"/>
                <a:gd name="connsiteY15" fmla="*/ 81814 h 3272561"/>
                <a:gd name="connsiteX16" fmla="*/ 1513560 w 2454421"/>
                <a:gd name="connsiteY16" fmla="*/ 940862 h 3272561"/>
                <a:gd name="connsiteX17" fmla="*/ 2372607 w 2454421"/>
                <a:gd name="connsiteY17" fmla="*/ 940862 h 3272561"/>
                <a:gd name="connsiteX18" fmla="*/ 2372607 w 2454421"/>
                <a:gd name="connsiteY18" fmla="*/ 3190748 h 327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54421" h="3272561">
                  <a:moveTo>
                    <a:pt x="0" y="0"/>
                  </a:moveTo>
                  <a:lnTo>
                    <a:pt x="0" y="3272562"/>
                  </a:lnTo>
                  <a:lnTo>
                    <a:pt x="2454421" y="3272562"/>
                  </a:lnTo>
                  <a:lnTo>
                    <a:pt x="2454421" y="883019"/>
                  </a:lnTo>
                  <a:lnTo>
                    <a:pt x="1571402" y="0"/>
                  </a:lnTo>
                  <a:close/>
                  <a:moveTo>
                    <a:pt x="1596069" y="140352"/>
                  </a:moveTo>
                  <a:lnTo>
                    <a:pt x="2314069" y="858352"/>
                  </a:lnTo>
                  <a:cubicBezTo>
                    <a:pt x="2314229" y="858512"/>
                    <a:pt x="2314225" y="858773"/>
                    <a:pt x="2314065" y="858929"/>
                  </a:cubicBezTo>
                  <a:cubicBezTo>
                    <a:pt x="2313988" y="859002"/>
                    <a:pt x="2313889" y="859047"/>
                    <a:pt x="2313783" y="859047"/>
                  </a:cubicBezTo>
                  <a:lnTo>
                    <a:pt x="1595374" y="859047"/>
                  </a:lnTo>
                  <a:lnTo>
                    <a:pt x="1595374" y="140638"/>
                  </a:lnTo>
                  <a:cubicBezTo>
                    <a:pt x="1595378" y="140413"/>
                    <a:pt x="1595562" y="140233"/>
                    <a:pt x="1595787" y="140233"/>
                  </a:cubicBezTo>
                  <a:cubicBezTo>
                    <a:pt x="1595893" y="140237"/>
                    <a:pt x="1595996" y="140278"/>
                    <a:pt x="1596069" y="140352"/>
                  </a:cubicBezTo>
                  <a:close/>
                  <a:moveTo>
                    <a:pt x="81814" y="3190748"/>
                  </a:moveTo>
                  <a:lnTo>
                    <a:pt x="81814" y="81814"/>
                  </a:lnTo>
                  <a:lnTo>
                    <a:pt x="1513560" y="81814"/>
                  </a:lnTo>
                  <a:lnTo>
                    <a:pt x="1513560" y="940862"/>
                  </a:lnTo>
                  <a:lnTo>
                    <a:pt x="2372607" y="940862"/>
                  </a:lnTo>
                  <a:lnTo>
                    <a:pt x="2372607" y="3190748"/>
                  </a:lnTo>
                  <a:close/>
                </a:path>
              </a:pathLst>
            </a:custGeom>
            <a:solidFill>
              <a:srgbClr val="000000"/>
            </a:solidFill>
            <a:ln w="28575" cap="flat">
              <a:solidFill>
                <a:schemeClr val="tx1"/>
              </a:solidFill>
              <a:prstDash val="solid"/>
              <a:miter/>
            </a:ln>
          </p:spPr>
          <p:txBody>
            <a:bodyPr rtlCol="0" anchor="ctr"/>
            <a:lstStyle/>
            <a:p>
              <a:endParaRPr lang="ja-JP" altLang="en-US"/>
            </a:p>
          </p:txBody>
        </p:sp>
      </p:grpSp>
      <p:sp>
        <p:nvSpPr>
          <p:cNvPr id="14" name="テキスト ボックス 13">
            <a:extLst>
              <a:ext uri="{FF2B5EF4-FFF2-40B4-BE49-F238E27FC236}">
                <a16:creationId xmlns:a16="http://schemas.microsoft.com/office/drawing/2014/main" id="{4D3EBD27-2963-42B3-AEB1-D6FB3AB6910C}"/>
              </a:ext>
            </a:extLst>
          </p:cNvPr>
          <p:cNvSpPr txBox="1"/>
          <p:nvPr/>
        </p:nvSpPr>
        <p:spPr>
          <a:xfrm>
            <a:off x="4737996" y="2906496"/>
            <a:ext cx="415499" cy="923330"/>
          </a:xfrm>
          <a:prstGeom prst="rect">
            <a:avLst/>
          </a:prstGeom>
          <a:noFill/>
        </p:spPr>
        <p:txBody>
          <a:bodyPr wrap="none" rtlCol="0">
            <a:spAutoFit/>
          </a:bodyPr>
          <a:lstStyle/>
          <a:p>
            <a:pPr algn="ctr"/>
            <a:r>
              <a:rPr kumimoji="1" lang="en-US" altLang="ja-JP" sz="5400" dirty="0"/>
              <a:t>}</a:t>
            </a:r>
            <a:endParaRPr kumimoji="1" lang="ja-JP" altLang="en-US" sz="5400" dirty="0"/>
          </a:p>
        </p:txBody>
      </p:sp>
      <p:sp>
        <p:nvSpPr>
          <p:cNvPr id="15" name="テキスト ボックス 14">
            <a:extLst>
              <a:ext uri="{FF2B5EF4-FFF2-40B4-BE49-F238E27FC236}">
                <a16:creationId xmlns:a16="http://schemas.microsoft.com/office/drawing/2014/main" id="{A3A346ED-91A0-4E5C-93D2-4E65EA0973FB}"/>
              </a:ext>
            </a:extLst>
          </p:cNvPr>
          <p:cNvSpPr txBox="1"/>
          <p:nvPr/>
        </p:nvSpPr>
        <p:spPr>
          <a:xfrm>
            <a:off x="4737995" y="3637328"/>
            <a:ext cx="415499" cy="923330"/>
          </a:xfrm>
          <a:prstGeom prst="rect">
            <a:avLst/>
          </a:prstGeom>
          <a:noFill/>
        </p:spPr>
        <p:txBody>
          <a:bodyPr wrap="none" rtlCol="0">
            <a:spAutoFit/>
          </a:bodyPr>
          <a:lstStyle/>
          <a:p>
            <a:pPr algn="ctr"/>
            <a:r>
              <a:rPr kumimoji="1" lang="en-US" altLang="ja-JP" sz="5400" dirty="0"/>
              <a:t>}</a:t>
            </a:r>
            <a:endParaRPr kumimoji="1" lang="ja-JP" altLang="en-US" sz="5400" dirty="0"/>
          </a:p>
        </p:txBody>
      </p:sp>
      <p:sp>
        <p:nvSpPr>
          <p:cNvPr id="16" name="テキスト ボックス 15">
            <a:extLst>
              <a:ext uri="{FF2B5EF4-FFF2-40B4-BE49-F238E27FC236}">
                <a16:creationId xmlns:a16="http://schemas.microsoft.com/office/drawing/2014/main" id="{B6C690DA-A665-44A0-8D89-A5384F2987EC}"/>
              </a:ext>
            </a:extLst>
          </p:cNvPr>
          <p:cNvSpPr txBox="1"/>
          <p:nvPr/>
        </p:nvSpPr>
        <p:spPr>
          <a:xfrm>
            <a:off x="4733799" y="4367865"/>
            <a:ext cx="415499" cy="923330"/>
          </a:xfrm>
          <a:prstGeom prst="rect">
            <a:avLst/>
          </a:prstGeom>
          <a:noFill/>
        </p:spPr>
        <p:txBody>
          <a:bodyPr wrap="none" rtlCol="0">
            <a:spAutoFit/>
          </a:bodyPr>
          <a:lstStyle/>
          <a:p>
            <a:pPr algn="ctr"/>
            <a:r>
              <a:rPr kumimoji="1" lang="en-US" altLang="ja-JP" sz="5400" dirty="0"/>
              <a:t>}</a:t>
            </a:r>
            <a:endParaRPr kumimoji="1" lang="ja-JP" altLang="en-US" sz="5400" dirty="0"/>
          </a:p>
        </p:txBody>
      </p:sp>
      <p:sp>
        <p:nvSpPr>
          <p:cNvPr id="17" name="テキスト ボックス 16">
            <a:extLst>
              <a:ext uri="{FF2B5EF4-FFF2-40B4-BE49-F238E27FC236}">
                <a16:creationId xmlns:a16="http://schemas.microsoft.com/office/drawing/2014/main" id="{6587CEC9-3571-4C69-8CCC-789222393673}"/>
              </a:ext>
            </a:extLst>
          </p:cNvPr>
          <p:cNvSpPr txBox="1"/>
          <p:nvPr/>
        </p:nvSpPr>
        <p:spPr>
          <a:xfrm>
            <a:off x="5052069" y="3968663"/>
            <a:ext cx="2034531" cy="430887"/>
          </a:xfrm>
          <a:prstGeom prst="rect">
            <a:avLst/>
          </a:prstGeom>
          <a:noFill/>
        </p:spPr>
        <p:txBody>
          <a:bodyPr wrap="none" rtlCol="0">
            <a:spAutoFit/>
          </a:bodyPr>
          <a:lstStyle/>
          <a:p>
            <a:r>
              <a:rPr kumimoji="1" lang="ja-JP" altLang="en-US" sz="2200" dirty="0"/>
              <a:t>テスト</a:t>
            </a:r>
            <a:r>
              <a:rPr kumimoji="1" lang="en-US" altLang="ja-JP" sz="2200" dirty="0"/>
              <a:t>2</a:t>
            </a:r>
            <a:r>
              <a:rPr kumimoji="1" lang="ja-JP" altLang="en-US" sz="2200" dirty="0"/>
              <a:t>に失敗</a:t>
            </a:r>
          </a:p>
        </p:txBody>
      </p:sp>
      <p:sp>
        <p:nvSpPr>
          <p:cNvPr id="18" name="テキスト ボックス 17">
            <a:extLst>
              <a:ext uri="{FF2B5EF4-FFF2-40B4-BE49-F238E27FC236}">
                <a16:creationId xmlns:a16="http://schemas.microsoft.com/office/drawing/2014/main" id="{209751EE-9B8E-46A8-BC7C-CA506D3B357C}"/>
              </a:ext>
            </a:extLst>
          </p:cNvPr>
          <p:cNvSpPr txBox="1"/>
          <p:nvPr/>
        </p:nvSpPr>
        <p:spPr>
          <a:xfrm>
            <a:off x="5052069" y="4699200"/>
            <a:ext cx="2034531" cy="430887"/>
          </a:xfrm>
          <a:prstGeom prst="rect">
            <a:avLst/>
          </a:prstGeom>
          <a:noFill/>
        </p:spPr>
        <p:txBody>
          <a:bodyPr wrap="none" rtlCol="0">
            <a:spAutoFit/>
          </a:bodyPr>
          <a:lstStyle/>
          <a:p>
            <a:r>
              <a:rPr kumimoji="1" lang="ja-JP" altLang="en-US" sz="2200" dirty="0"/>
              <a:t>テスト</a:t>
            </a:r>
            <a:r>
              <a:rPr kumimoji="1" lang="en-US" altLang="ja-JP" sz="2200" dirty="0"/>
              <a:t>3</a:t>
            </a:r>
            <a:r>
              <a:rPr kumimoji="1" lang="ja-JP" altLang="en-US" sz="2200" dirty="0"/>
              <a:t>に成功</a:t>
            </a:r>
          </a:p>
        </p:txBody>
      </p:sp>
    </p:spTree>
    <p:extLst>
      <p:ext uri="{BB962C8B-B14F-4D97-AF65-F5344CB8AC3E}">
        <p14:creationId xmlns:p14="http://schemas.microsoft.com/office/powerpoint/2010/main" val="3711720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54BC2A-716D-4430-AAD4-07BF18EE7F22}"/>
              </a:ext>
            </a:extLst>
          </p:cNvPr>
          <p:cNvSpPr>
            <a:spLocks noGrp="1"/>
          </p:cNvSpPr>
          <p:nvPr>
            <p:ph type="title"/>
          </p:nvPr>
        </p:nvSpPr>
        <p:spPr/>
        <p:txBody>
          <a:bodyPr/>
          <a:lstStyle/>
          <a:p>
            <a:r>
              <a:rPr kumimoji="1" lang="ja-JP" altLang="en-US" dirty="0"/>
              <a:t>自動プログラム修正の方法</a:t>
            </a:r>
          </a:p>
        </p:txBody>
      </p:sp>
      <p:sp>
        <p:nvSpPr>
          <p:cNvPr id="3" name="コンテンツ プレースホルダー 2">
            <a:extLst>
              <a:ext uri="{FF2B5EF4-FFF2-40B4-BE49-F238E27FC236}">
                <a16:creationId xmlns:a16="http://schemas.microsoft.com/office/drawing/2014/main" id="{687604FD-DF5A-42AD-B772-A6610BA42AB6}"/>
              </a:ext>
            </a:extLst>
          </p:cNvPr>
          <p:cNvSpPr>
            <a:spLocks noGrp="1"/>
          </p:cNvSpPr>
          <p:nvPr>
            <p:ph idx="1"/>
          </p:nvPr>
        </p:nvSpPr>
        <p:spPr/>
        <p:txBody>
          <a:bodyPr/>
          <a:lstStyle/>
          <a:p>
            <a:r>
              <a:rPr kumimoji="1" lang="ja-JP" altLang="en-US" dirty="0"/>
              <a:t>変異を用いる方法</a:t>
            </a:r>
            <a:endParaRPr kumimoji="1" lang="en-US" altLang="ja-JP" dirty="0"/>
          </a:p>
          <a:p>
            <a:pPr lvl="1"/>
            <a:r>
              <a:rPr lang="ja-JP" altLang="en-US" dirty="0"/>
              <a:t>バグ箇所の変異とテスト実行をある個体が全ての</a:t>
            </a:r>
            <a:br>
              <a:rPr lang="en-US" altLang="ja-JP" dirty="0"/>
            </a:br>
            <a:r>
              <a:rPr lang="ja-JP" altLang="en-US" dirty="0"/>
              <a:t>テストを通過するまで繰り返す</a:t>
            </a:r>
            <a:endParaRPr lang="en-US" altLang="ja-JP" dirty="0"/>
          </a:p>
          <a:p>
            <a:r>
              <a:rPr lang="ja-JP" altLang="en-US" dirty="0"/>
              <a:t>意味解析を用いる方法</a:t>
            </a:r>
            <a:endParaRPr lang="en-US" altLang="ja-JP" dirty="0"/>
          </a:p>
          <a:p>
            <a:pPr lvl="1"/>
            <a:r>
              <a:rPr lang="ja-JP" altLang="en-US" dirty="0"/>
              <a:t>バグ箇所が満たすべき制約に基づいたプログラムを作成</a:t>
            </a:r>
            <a:endParaRPr lang="en-US" altLang="ja-JP" dirty="0"/>
          </a:p>
          <a:p>
            <a:r>
              <a:rPr kumimoji="1" lang="ja-JP" altLang="en-US" dirty="0"/>
              <a:t>機械学習を用いる方法</a:t>
            </a:r>
            <a:endParaRPr kumimoji="1" lang="en-US" altLang="ja-JP" dirty="0"/>
          </a:p>
          <a:p>
            <a:pPr lvl="1"/>
            <a:r>
              <a:rPr kumimoji="1" lang="ja-JP" altLang="en-US" dirty="0"/>
              <a:t>大量のバグ修正パッチを学習することで作成した修正規則に従って修正</a:t>
            </a:r>
          </a:p>
        </p:txBody>
      </p:sp>
      <p:sp>
        <p:nvSpPr>
          <p:cNvPr id="4" name="スライド番号プレースホルダー 3">
            <a:extLst>
              <a:ext uri="{FF2B5EF4-FFF2-40B4-BE49-F238E27FC236}">
                <a16:creationId xmlns:a16="http://schemas.microsoft.com/office/drawing/2014/main" id="{6522C0F8-E1B0-42B1-B2D6-C63EA56A5D7C}"/>
              </a:ext>
            </a:extLst>
          </p:cNvPr>
          <p:cNvSpPr>
            <a:spLocks noGrp="1"/>
          </p:cNvSpPr>
          <p:nvPr>
            <p:ph type="sldNum" sz="quarter" idx="4"/>
          </p:nvPr>
        </p:nvSpPr>
        <p:spPr/>
        <p:txBody>
          <a:bodyPr/>
          <a:lstStyle/>
          <a:p>
            <a:fld id="{3D1E95EC-FA06-447C-B439-F51D604829FB}" type="slidenum">
              <a:rPr kumimoji="1" lang="ja-JP" altLang="en-US" smtClean="0"/>
              <a:pPr/>
              <a:t>31</a:t>
            </a:fld>
            <a:endParaRPr kumimoji="1" lang="ja-JP" altLang="en-US" dirty="0"/>
          </a:p>
        </p:txBody>
      </p:sp>
    </p:spTree>
    <p:extLst>
      <p:ext uri="{BB962C8B-B14F-4D97-AF65-F5344CB8AC3E}">
        <p14:creationId xmlns:p14="http://schemas.microsoft.com/office/powerpoint/2010/main" val="3557438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3961E5-07D1-4078-8D6D-870EF27B75C9}"/>
              </a:ext>
            </a:extLst>
          </p:cNvPr>
          <p:cNvSpPr>
            <a:spLocks noGrp="1"/>
          </p:cNvSpPr>
          <p:nvPr>
            <p:ph type="title"/>
          </p:nvPr>
        </p:nvSpPr>
        <p:spPr/>
        <p:txBody>
          <a:bodyPr/>
          <a:lstStyle/>
          <a:p>
            <a:r>
              <a:rPr kumimoji="1" lang="en-US" altLang="ja-JP" dirty="0" err="1"/>
              <a:t>kGenProg</a:t>
            </a:r>
            <a:endParaRPr kumimoji="1" lang="ja-JP" altLang="en-US" dirty="0"/>
          </a:p>
        </p:txBody>
      </p:sp>
      <p:sp>
        <p:nvSpPr>
          <p:cNvPr id="3" name="コンテンツ プレースホルダー 2">
            <a:extLst>
              <a:ext uri="{FF2B5EF4-FFF2-40B4-BE49-F238E27FC236}">
                <a16:creationId xmlns:a16="http://schemas.microsoft.com/office/drawing/2014/main" id="{30D85A93-BB0C-4ED8-8E66-B3D57F2973D1}"/>
              </a:ext>
            </a:extLst>
          </p:cNvPr>
          <p:cNvSpPr>
            <a:spLocks noGrp="1"/>
          </p:cNvSpPr>
          <p:nvPr>
            <p:ph idx="1"/>
          </p:nvPr>
        </p:nvSpPr>
        <p:spPr/>
        <p:txBody>
          <a:bodyPr/>
          <a:lstStyle/>
          <a:p>
            <a:r>
              <a:rPr kumimoji="1" lang="en-US" altLang="ja-JP" dirty="0"/>
              <a:t>C</a:t>
            </a:r>
            <a:r>
              <a:rPr kumimoji="1" lang="ja-JP" altLang="en-US" dirty="0"/>
              <a:t>言語向けの自動プログラム修正ツール</a:t>
            </a:r>
            <a:r>
              <a:rPr kumimoji="1" lang="en-US" altLang="ja-JP" dirty="0" err="1"/>
              <a:t>GenProg</a:t>
            </a:r>
            <a:r>
              <a:rPr lang="ja-JP" altLang="en-US" dirty="0"/>
              <a:t>を</a:t>
            </a:r>
            <a:r>
              <a:rPr kumimoji="1" lang="ja-JP" altLang="en-US" dirty="0"/>
              <a:t> </a:t>
            </a:r>
            <a:r>
              <a:rPr kumimoji="1" lang="en-US" altLang="ja-JP" dirty="0"/>
              <a:t>Java</a:t>
            </a:r>
            <a:r>
              <a:rPr lang="ja-JP" altLang="en-US" dirty="0"/>
              <a:t>向けに</a:t>
            </a:r>
            <a:r>
              <a:rPr kumimoji="1" lang="ja-JP" altLang="en-US" dirty="0"/>
              <a:t>実装</a:t>
            </a:r>
            <a:endParaRPr kumimoji="1" lang="en-US" altLang="ja-JP" dirty="0"/>
          </a:p>
          <a:p>
            <a:r>
              <a:rPr lang="ja-JP" altLang="en-US" dirty="0"/>
              <a:t>日本語の</a:t>
            </a:r>
            <a:r>
              <a:rPr lang="en-US" altLang="ja-JP" dirty="0"/>
              <a:t>README</a:t>
            </a:r>
            <a:r>
              <a:rPr lang="ja-JP" altLang="en-US" dirty="0"/>
              <a:t>ファイルが用意</a:t>
            </a:r>
            <a:endParaRPr lang="en-US" altLang="ja-JP" dirty="0"/>
          </a:p>
          <a:p>
            <a:pPr lvl="1"/>
            <a:r>
              <a:rPr lang="ja-JP" altLang="en-US" dirty="0"/>
              <a:t>開発者は大阪大学の肥後先生ら</a:t>
            </a:r>
            <a:endParaRPr lang="en-US" altLang="ja-JP" dirty="0"/>
          </a:p>
          <a:p>
            <a:r>
              <a:rPr lang="ja-JP" altLang="en-US" dirty="0"/>
              <a:t>コードと</a:t>
            </a:r>
            <a:r>
              <a:rPr lang="en-US" altLang="ja-JP" dirty="0"/>
              <a:t>jar</a:t>
            </a:r>
            <a:r>
              <a:rPr lang="ja-JP" altLang="en-US" dirty="0"/>
              <a:t>ファイルが</a:t>
            </a:r>
            <a:r>
              <a:rPr lang="en-US" altLang="ja-JP" dirty="0"/>
              <a:t>GitHub</a:t>
            </a:r>
            <a:r>
              <a:rPr lang="ja-JP" altLang="en-US" dirty="0"/>
              <a:t>に公開</a:t>
            </a:r>
            <a:endParaRPr lang="en-US" altLang="ja-JP" dirty="0"/>
          </a:p>
          <a:p>
            <a:pPr lvl="1"/>
            <a:r>
              <a:rPr lang="ja-JP" altLang="en-US" dirty="0"/>
              <a:t>拡張や使用が容易</a:t>
            </a:r>
            <a:endParaRPr lang="en-US" altLang="ja-JP" dirty="0"/>
          </a:p>
        </p:txBody>
      </p:sp>
      <p:sp>
        <p:nvSpPr>
          <p:cNvPr id="4" name="スライド番号プレースホルダー 3">
            <a:extLst>
              <a:ext uri="{FF2B5EF4-FFF2-40B4-BE49-F238E27FC236}">
                <a16:creationId xmlns:a16="http://schemas.microsoft.com/office/drawing/2014/main" id="{43E69D08-C8E4-4F81-AD01-00B7DEA7B5EF}"/>
              </a:ext>
            </a:extLst>
          </p:cNvPr>
          <p:cNvSpPr>
            <a:spLocks noGrp="1"/>
          </p:cNvSpPr>
          <p:nvPr>
            <p:ph type="sldNum" sz="quarter" idx="4"/>
          </p:nvPr>
        </p:nvSpPr>
        <p:spPr/>
        <p:txBody>
          <a:bodyPr/>
          <a:lstStyle/>
          <a:p>
            <a:fld id="{3D1E95EC-FA06-447C-B439-F51D604829FB}" type="slidenum">
              <a:rPr kumimoji="1" lang="ja-JP" altLang="en-US" smtClean="0"/>
              <a:pPr/>
              <a:t>32</a:t>
            </a:fld>
            <a:endParaRPr kumimoji="1" lang="ja-JP" altLang="en-US" dirty="0"/>
          </a:p>
        </p:txBody>
      </p:sp>
    </p:spTree>
    <p:extLst>
      <p:ext uri="{BB962C8B-B14F-4D97-AF65-F5344CB8AC3E}">
        <p14:creationId xmlns:p14="http://schemas.microsoft.com/office/powerpoint/2010/main" val="2359866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F0B65-1110-4D95-BA96-6267733B076C}"/>
              </a:ext>
            </a:extLst>
          </p:cNvPr>
          <p:cNvSpPr>
            <a:spLocks noGrp="1"/>
          </p:cNvSpPr>
          <p:nvPr>
            <p:ph type="title"/>
          </p:nvPr>
        </p:nvSpPr>
        <p:spPr/>
        <p:txBody>
          <a:bodyPr/>
          <a:lstStyle/>
          <a:p>
            <a:r>
              <a:rPr lang="ja-JP" altLang="en-US" dirty="0"/>
              <a:t>実際の</a:t>
            </a:r>
            <a:r>
              <a:rPr lang="en-US" altLang="ja-JP" dirty="0"/>
              <a:t>diff</a:t>
            </a:r>
            <a:endParaRPr kumimoji="1" lang="ja-JP" altLang="en-US" dirty="0"/>
          </a:p>
        </p:txBody>
      </p:sp>
      <p:sp>
        <p:nvSpPr>
          <p:cNvPr id="3" name="コンテンツ プレースホルダー 2">
            <a:extLst>
              <a:ext uri="{FF2B5EF4-FFF2-40B4-BE49-F238E27FC236}">
                <a16:creationId xmlns:a16="http://schemas.microsoft.com/office/drawing/2014/main" id="{B1115BED-2451-47D8-98D4-CEEF5FE63DAC}"/>
              </a:ext>
            </a:extLst>
          </p:cNvPr>
          <p:cNvSpPr>
            <a:spLocks noGrp="1"/>
          </p:cNvSpPr>
          <p:nvPr>
            <p:ph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3A3D662-19B7-46B7-97F3-A2AE640EAE82}"/>
              </a:ext>
            </a:extLst>
          </p:cNvPr>
          <p:cNvSpPr>
            <a:spLocks noGrp="1"/>
          </p:cNvSpPr>
          <p:nvPr>
            <p:ph type="sldNum" sz="quarter" idx="4"/>
          </p:nvPr>
        </p:nvSpPr>
        <p:spPr/>
        <p:txBody>
          <a:bodyPr/>
          <a:lstStyle/>
          <a:p>
            <a:fld id="{3D1E95EC-FA06-447C-B439-F51D604829FB}" type="slidenum">
              <a:rPr kumimoji="1" lang="ja-JP" altLang="en-US" smtClean="0"/>
              <a:pPr/>
              <a:t>33</a:t>
            </a:fld>
            <a:endParaRPr kumimoji="1" lang="ja-JP" altLang="en-US" dirty="0"/>
          </a:p>
        </p:txBody>
      </p:sp>
      <p:sp>
        <p:nvSpPr>
          <p:cNvPr id="5" name="テキスト ボックス 4">
            <a:extLst>
              <a:ext uri="{FF2B5EF4-FFF2-40B4-BE49-F238E27FC236}">
                <a16:creationId xmlns:a16="http://schemas.microsoft.com/office/drawing/2014/main" id="{3B62AE16-3015-4C1F-ADC2-D2832BB48382}"/>
              </a:ext>
            </a:extLst>
          </p:cNvPr>
          <p:cNvSpPr txBox="1"/>
          <p:nvPr/>
        </p:nvSpPr>
        <p:spPr>
          <a:xfrm>
            <a:off x="3975652" y="2996648"/>
            <a:ext cx="914400" cy="914400"/>
          </a:xfrm>
          <a:prstGeom prst="rect">
            <a:avLst/>
          </a:prstGeom>
          <a:noFill/>
        </p:spPr>
        <p:txBody>
          <a:bodyPr wrap="square" rtlCol="0">
            <a:spAutoFit/>
          </a:bodyPr>
          <a:lstStyle/>
          <a:p>
            <a:pPr algn="l"/>
            <a:endParaRPr kumimoji="1" lang="ja-JP" altLang="en-US" sz="2000" dirty="0"/>
          </a:p>
        </p:txBody>
      </p:sp>
      <p:sp>
        <p:nvSpPr>
          <p:cNvPr id="6" name="テキスト ボックス 5">
            <a:extLst>
              <a:ext uri="{FF2B5EF4-FFF2-40B4-BE49-F238E27FC236}">
                <a16:creationId xmlns:a16="http://schemas.microsoft.com/office/drawing/2014/main" id="{F9546298-9449-4D83-B301-53CC5CC7B643}"/>
              </a:ext>
            </a:extLst>
          </p:cNvPr>
          <p:cNvSpPr txBox="1"/>
          <p:nvPr/>
        </p:nvSpPr>
        <p:spPr>
          <a:xfrm flipH="1">
            <a:off x="258108" y="1401418"/>
            <a:ext cx="4225055" cy="4154984"/>
          </a:xfrm>
          <a:prstGeom prst="rect">
            <a:avLst/>
          </a:prstGeom>
          <a:noFill/>
          <a:ln w="28575">
            <a:solidFill>
              <a:schemeClr val="tx1"/>
            </a:solidFill>
          </a:ln>
        </p:spPr>
        <p:txBody>
          <a:bodyPr wrap="square" rtlCol="0">
            <a:spAutoFit/>
          </a:bodyPr>
          <a:lstStyle/>
          <a:p>
            <a:pPr algn="l"/>
            <a:r>
              <a:rPr kumimoji="1" lang="pt-BR" altLang="ja-JP" sz="2400" dirty="0">
                <a:latin typeface="Consolas" panose="020B0609020204030204" pitchFamily="49" charset="0"/>
                <a:ea typeface="Ricty Diminished" panose="020B0509020203020207" pitchFamily="49" charset="-128"/>
              </a:rPr>
              <a:t>--- example.CloseToZero</a:t>
            </a:r>
          </a:p>
          <a:p>
            <a:pPr algn="l"/>
            <a:r>
              <a:rPr kumimoji="1" lang="pt-BR" altLang="ja-JP" sz="2400" dirty="0">
                <a:latin typeface="Consolas" panose="020B0609020204030204" pitchFamily="49" charset="0"/>
                <a:ea typeface="Ricty Diminished" panose="020B0509020203020207" pitchFamily="49" charset="-128"/>
              </a:rPr>
              <a:t>+++ example.CloseToZero</a:t>
            </a:r>
          </a:p>
          <a:p>
            <a:pPr algn="l"/>
            <a:r>
              <a:rPr kumimoji="1" lang="pt-BR" altLang="ja-JP" sz="2400" dirty="0">
                <a:latin typeface="Consolas" panose="020B0609020204030204" pitchFamily="49" charset="0"/>
                <a:ea typeface="Ricty Diminished" panose="020B0509020203020207" pitchFamily="49" charset="-128"/>
              </a:rPr>
              <a:t>@@ -18,7 +18,7 @@</a:t>
            </a:r>
          </a:p>
          <a:p>
            <a:pPr algn="l"/>
            <a:r>
              <a:rPr kumimoji="1" lang="pt-BR" altLang="ja-JP" sz="2400" dirty="0">
                <a:latin typeface="Consolas" panose="020B0609020204030204" pitchFamily="49" charset="0"/>
                <a:ea typeface="Ricty Diminished" panose="020B0509020203020207" pitchFamily="49" charset="-128"/>
              </a:rPr>
              <a:t>     if (n == 0) {</a:t>
            </a:r>
          </a:p>
          <a:p>
            <a:pPr algn="l"/>
            <a:r>
              <a:rPr kumimoji="1" lang="pt-BR" altLang="ja-JP" sz="2400" dirty="0">
                <a:latin typeface="Consolas" panose="020B0609020204030204" pitchFamily="49" charset="0"/>
                <a:ea typeface="Ricty Diminished" panose="020B0509020203020207" pitchFamily="49" charset="-128"/>
              </a:rPr>
              <a:t>     } else if (n &gt; 0)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n++;</a:t>
            </a:r>
          </a:p>
          <a:p>
            <a:pPr algn="l"/>
            <a:r>
              <a:rPr kumimoji="1" lang="pt-BR" altLang="ja-JP" sz="2400" dirty="0">
                <a:solidFill>
                  <a:srgbClr val="008A00"/>
                </a:solidFill>
                <a:latin typeface="Consolas" panose="020B0609020204030204" pitchFamily="49" charset="0"/>
                <a:ea typeface="Ricty Diminished" panose="020B0509020203020207" pitchFamily="49" charset="-128"/>
              </a:rPr>
              <a:t>+      return n;</a:t>
            </a:r>
          </a:p>
          <a:p>
            <a:pPr algn="l"/>
            <a:r>
              <a:rPr kumimoji="1" lang="pt-BR" altLang="ja-JP" sz="2400" dirty="0">
                <a:latin typeface="Consolas" panose="020B0609020204030204" pitchFamily="49" charset="0"/>
                <a:ea typeface="Ricty Diminished" panose="020B0509020203020207" pitchFamily="49" charset="-128"/>
              </a:rPr>
              <a:t>     } else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a:t>
            </a:r>
          </a:p>
        </p:txBody>
      </p:sp>
      <p:sp>
        <p:nvSpPr>
          <p:cNvPr id="7" name="テキスト ボックス 6">
            <a:extLst>
              <a:ext uri="{FF2B5EF4-FFF2-40B4-BE49-F238E27FC236}">
                <a16:creationId xmlns:a16="http://schemas.microsoft.com/office/drawing/2014/main" id="{5B772BBC-C292-46C5-9089-91BB3827CAD8}"/>
              </a:ext>
            </a:extLst>
          </p:cNvPr>
          <p:cNvSpPr txBox="1"/>
          <p:nvPr/>
        </p:nvSpPr>
        <p:spPr>
          <a:xfrm flipH="1">
            <a:off x="4660837" y="1401418"/>
            <a:ext cx="4225055" cy="3785652"/>
          </a:xfrm>
          <a:prstGeom prst="rect">
            <a:avLst/>
          </a:prstGeom>
          <a:noFill/>
          <a:ln w="28575">
            <a:solidFill>
              <a:schemeClr val="tx1"/>
            </a:solidFill>
          </a:ln>
        </p:spPr>
        <p:txBody>
          <a:bodyPr wrap="square" rtlCol="0">
            <a:spAutoFit/>
          </a:bodyPr>
          <a:lstStyle/>
          <a:p>
            <a:pPr algn="l"/>
            <a:r>
              <a:rPr kumimoji="1" lang="pt-BR" altLang="ja-JP" sz="2400" dirty="0">
                <a:latin typeface="Consolas" panose="020B0609020204030204" pitchFamily="49" charset="0"/>
                <a:ea typeface="Ricty Diminished" panose="020B0509020203020207" pitchFamily="49" charset="-128"/>
              </a:rPr>
              <a:t>--- example.CloseToZero</a:t>
            </a:r>
          </a:p>
          <a:p>
            <a:pPr algn="l"/>
            <a:r>
              <a:rPr kumimoji="1" lang="pt-BR" altLang="ja-JP" sz="2400" dirty="0">
                <a:latin typeface="Consolas" panose="020B0609020204030204" pitchFamily="49" charset="0"/>
                <a:ea typeface="Ricty Diminished" panose="020B0509020203020207" pitchFamily="49" charset="-128"/>
              </a:rPr>
              <a:t>+++ example.CloseToZero</a:t>
            </a:r>
          </a:p>
          <a:p>
            <a:pPr algn="l"/>
            <a:r>
              <a:rPr kumimoji="1" lang="pt-BR" altLang="ja-JP" sz="2400" dirty="0">
                <a:latin typeface="Consolas" panose="020B0609020204030204" pitchFamily="49" charset="0"/>
                <a:ea typeface="Ricty Diminished" panose="020B0509020203020207" pitchFamily="49" charset="-128"/>
              </a:rPr>
              <a:t>@@ -18,7 +18,6 @@</a:t>
            </a:r>
          </a:p>
          <a:p>
            <a:pPr algn="l"/>
            <a:r>
              <a:rPr kumimoji="1" lang="pt-BR" altLang="ja-JP" sz="2400" dirty="0">
                <a:latin typeface="Consolas" panose="020B0609020204030204" pitchFamily="49" charset="0"/>
                <a:ea typeface="Ricty Diminished" panose="020B0509020203020207" pitchFamily="49" charset="-128"/>
              </a:rPr>
              <a:t>     if (n == 0) {</a:t>
            </a:r>
          </a:p>
          <a:p>
            <a:pPr algn="l"/>
            <a:r>
              <a:rPr kumimoji="1" lang="pt-BR" altLang="ja-JP" sz="2400" dirty="0">
                <a:latin typeface="Consolas" panose="020B0609020204030204" pitchFamily="49" charset="0"/>
                <a:ea typeface="Ricty Diminished" panose="020B0509020203020207" pitchFamily="49" charset="-128"/>
              </a:rPr>
              <a:t>     } else if (n &gt; 0)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solidFill>
                  <a:srgbClr val="F84330"/>
                </a:solidFill>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 else {</a:t>
            </a:r>
          </a:p>
          <a:p>
            <a:pPr algn="l"/>
            <a:r>
              <a:rPr kumimoji="1" lang="pt-BR" altLang="ja-JP" sz="2400" dirty="0">
                <a:latin typeface="Consolas" panose="020B0609020204030204" pitchFamily="49" charset="0"/>
                <a:ea typeface="Ricty Diminished" panose="020B0509020203020207" pitchFamily="49" charset="-128"/>
              </a:rPr>
              <a:t>       n++;</a:t>
            </a:r>
          </a:p>
          <a:p>
            <a:pPr algn="l"/>
            <a:r>
              <a:rPr kumimoji="1" lang="pt-BR" altLang="ja-JP" sz="2400" dirty="0">
                <a:latin typeface="Consolas" panose="020B0609020204030204" pitchFamily="49" charset="0"/>
                <a:ea typeface="Ricty Diminished" panose="020B0509020203020207" pitchFamily="49" charset="-128"/>
              </a:rPr>
              <a:t>     }</a:t>
            </a:r>
          </a:p>
        </p:txBody>
      </p:sp>
      <p:sp>
        <p:nvSpPr>
          <p:cNvPr id="8" name="テキスト ボックス 7">
            <a:extLst>
              <a:ext uri="{FF2B5EF4-FFF2-40B4-BE49-F238E27FC236}">
                <a16:creationId xmlns:a16="http://schemas.microsoft.com/office/drawing/2014/main" id="{50F2DADF-9408-4DE7-9FC0-286084271F32}"/>
              </a:ext>
            </a:extLst>
          </p:cNvPr>
          <p:cNvSpPr txBox="1"/>
          <p:nvPr/>
        </p:nvSpPr>
        <p:spPr>
          <a:xfrm>
            <a:off x="1725122" y="5841487"/>
            <a:ext cx="1210589" cy="400110"/>
          </a:xfrm>
          <a:prstGeom prst="rect">
            <a:avLst/>
          </a:prstGeom>
          <a:noFill/>
        </p:spPr>
        <p:txBody>
          <a:bodyPr wrap="none" rtlCol="0">
            <a:spAutoFit/>
          </a:bodyPr>
          <a:lstStyle/>
          <a:p>
            <a:pPr algn="ctr"/>
            <a:r>
              <a:rPr kumimoji="1" lang="ja-JP" altLang="en-US" sz="2000" dirty="0"/>
              <a:t>従来手法</a:t>
            </a:r>
          </a:p>
        </p:txBody>
      </p:sp>
      <p:sp>
        <p:nvSpPr>
          <p:cNvPr id="9" name="テキスト ボックス 8">
            <a:extLst>
              <a:ext uri="{FF2B5EF4-FFF2-40B4-BE49-F238E27FC236}">
                <a16:creationId xmlns:a16="http://schemas.microsoft.com/office/drawing/2014/main" id="{0F7D885E-A683-4647-885C-0F974296CBD9}"/>
              </a:ext>
            </a:extLst>
          </p:cNvPr>
          <p:cNvSpPr txBox="1"/>
          <p:nvPr/>
        </p:nvSpPr>
        <p:spPr>
          <a:xfrm>
            <a:off x="6168070" y="5841318"/>
            <a:ext cx="1210588" cy="400110"/>
          </a:xfrm>
          <a:prstGeom prst="rect">
            <a:avLst/>
          </a:prstGeom>
          <a:noFill/>
        </p:spPr>
        <p:txBody>
          <a:bodyPr wrap="none" rtlCol="0">
            <a:spAutoFit/>
          </a:bodyPr>
          <a:lstStyle/>
          <a:p>
            <a:pPr algn="ctr"/>
            <a:r>
              <a:rPr kumimoji="1" lang="ja-JP" altLang="en-US" sz="2000" dirty="0"/>
              <a:t>提案手法</a:t>
            </a:r>
          </a:p>
        </p:txBody>
      </p:sp>
    </p:spTree>
    <p:extLst>
      <p:ext uri="{BB962C8B-B14F-4D97-AF65-F5344CB8AC3E}">
        <p14:creationId xmlns:p14="http://schemas.microsoft.com/office/powerpoint/2010/main" val="1360059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8EB7AF-FB5E-46B6-93AE-0B092AAB037F}"/>
              </a:ext>
            </a:extLst>
          </p:cNvPr>
          <p:cNvSpPr>
            <a:spLocks noGrp="1"/>
          </p:cNvSpPr>
          <p:nvPr>
            <p:ph type="title"/>
          </p:nvPr>
        </p:nvSpPr>
        <p:spPr/>
        <p:txBody>
          <a:bodyPr/>
          <a:lstStyle/>
          <a:p>
            <a:r>
              <a:rPr lang="ja-JP" altLang="en-US" dirty="0"/>
              <a:t>類似度実験の資料</a:t>
            </a:r>
            <a:endParaRPr kumimoji="1" lang="ja-JP" altLang="en-US" dirty="0"/>
          </a:p>
        </p:txBody>
      </p:sp>
      <p:sp>
        <p:nvSpPr>
          <p:cNvPr id="3" name="コンテンツ プレースホルダー 2">
            <a:extLst>
              <a:ext uri="{FF2B5EF4-FFF2-40B4-BE49-F238E27FC236}">
                <a16:creationId xmlns:a16="http://schemas.microsoft.com/office/drawing/2014/main" id="{D220ECAD-CCA2-48C7-BEA2-842758CE6970}"/>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827B25C-47A4-4A7B-92CE-DCDC94688774}"/>
              </a:ext>
            </a:extLst>
          </p:cNvPr>
          <p:cNvSpPr>
            <a:spLocks noGrp="1"/>
          </p:cNvSpPr>
          <p:nvPr>
            <p:ph type="sldNum" sz="quarter" idx="4"/>
          </p:nvPr>
        </p:nvSpPr>
        <p:spPr/>
        <p:txBody>
          <a:bodyPr/>
          <a:lstStyle/>
          <a:p>
            <a:fld id="{3D1E95EC-FA06-447C-B439-F51D604829FB}" type="slidenum">
              <a:rPr kumimoji="1" lang="ja-JP" altLang="en-US" smtClean="0"/>
              <a:pPr/>
              <a:t>34</a:t>
            </a:fld>
            <a:endParaRPr kumimoji="1" lang="ja-JP" altLang="en-US" dirty="0"/>
          </a:p>
        </p:txBody>
      </p:sp>
    </p:spTree>
    <p:extLst>
      <p:ext uri="{BB962C8B-B14F-4D97-AF65-F5344CB8AC3E}">
        <p14:creationId xmlns:p14="http://schemas.microsoft.com/office/powerpoint/2010/main" val="2205021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D70425-3477-469C-8C6C-05C5BAB0B9E3}"/>
              </a:ext>
            </a:extLst>
          </p:cNvPr>
          <p:cNvSpPr>
            <a:spLocks noGrp="1"/>
          </p:cNvSpPr>
          <p:nvPr>
            <p:ph type="title"/>
          </p:nvPr>
        </p:nvSpPr>
        <p:spPr/>
        <p:txBody>
          <a:bodyPr/>
          <a:lstStyle/>
          <a:p>
            <a:r>
              <a:rPr lang="ja-JP" altLang="en-US" dirty="0"/>
              <a:t>類似度の</a:t>
            </a:r>
            <a:r>
              <a:rPr kumimoji="1" lang="ja-JP" altLang="en-US" dirty="0"/>
              <a:t>検証実験</a:t>
            </a:r>
          </a:p>
        </p:txBody>
      </p:sp>
      <p:sp>
        <p:nvSpPr>
          <p:cNvPr id="3" name="コンテンツ プレースホルダー 2">
            <a:extLst>
              <a:ext uri="{FF2B5EF4-FFF2-40B4-BE49-F238E27FC236}">
                <a16:creationId xmlns:a16="http://schemas.microsoft.com/office/drawing/2014/main" id="{0BDD513E-77E4-447D-ADA7-861890015E58}"/>
              </a:ext>
            </a:extLst>
          </p:cNvPr>
          <p:cNvSpPr>
            <a:spLocks noGrp="1"/>
          </p:cNvSpPr>
          <p:nvPr>
            <p:ph idx="1"/>
          </p:nvPr>
        </p:nvSpPr>
        <p:spPr/>
        <p:txBody>
          <a:bodyPr/>
          <a:lstStyle/>
          <a:p>
            <a:r>
              <a:rPr lang="ja-JP" altLang="en-US" dirty="0"/>
              <a:t>実験目的</a:t>
            </a:r>
            <a:endParaRPr lang="en-US" altLang="ja-JP" dirty="0"/>
          </a:p>
          <a:p>
            <a:pPr lvl="1"/>
            <a:r>
              <a:rPr lang="ja-JP" altLang="en-US" dirty="0"/>
              <a:t>可読性が高いコード間での類似度を調査</a:t>
            </a:r>
            <a:endParaRPr lang="en-US" altLang="ja-JP" dirty="0"/>
          </a:p>
          <a:p>
            <a:r>
              <a:rPr lang="ja-JP" altLang="en-US" dirty="0"/>
              <a:t>実験手順</a:t>
            </a:r>
            <a:endParaRPr lang="en-US" altLang="ja-JP" dirty="0"/>
          </a:p>
          <a:p>
            <a:pPr marL="960438" lvl="1" indent="-514350">
              <a:buFont typeface="+mj-lt"/>
              <a:buAutoNum type="arabicPeriod"/>
            </a:pPr>
            <a:r>
              <a:rPr lang="ja-JP" altLang="en-US" dirty="0"/>
              <a:t>コード間の類似度を算出</a:t>
            </a:r>
            <a:endParaRPr lang="en-US" altLang="ja-JP" dirty="0"/>
          </a:p>
          <a:p>
            <a:pPr marL="960438" lvl="1" indent="-514350">
              <a:buFont typeface="+mj-lt"/>
              <a:buAutoNum type="arabicPeriod"/>
            </a:pPr>
            <a:r>
              <a:rPr lang="ja-JP" altLang="en-US" dirty="0"/>
              <a:t>コードの可読性を定義</a:t>
            </a:r>
            <a:endParaRPr lang="en-US" altLang="ja-JP" dirty="0"/>
          </a:p>
          <a:p>
            <a:pPr marL="960438" lvl="1" indent="-514350">
              <a:buFont typeface="+mj-lt"/>
              <a:buAutoNum type="arabicPeriod"/>
            </a:pPr>
            <a:r>
              <a:rPr lang="ja-JP" altLang="en-US" spc="-100" dirty="0"/>
              <a:t>評価が高いコード間の類似度を調査</a:t>
            </a:r>
            <a:endParaRPr lang="en-US" altLang="ja-JP" spc="-100" dirty="0"/>
          </a:p>
          <a:p>
            <a:r>
              <a:rPr lang="ja-JP" altLang="en-US" dirty="0"/>
              <a:t>実験条件</a:t>
            </a:r>
            <a:endParaRPr lang="en-US" altLang="ja-JP" dirty="0"/>
          </a:p>
          <a:p>
            <a:pPr lvl="1"/>
            <a:r>
              <a:rPr lang="ja-JP" altLang="en-US" dirty="0"/>
              <a:t>問題数：</a:t>
            </a:r>
            <a:r>
              <a:rPr lang="en-US" altLang="ja-JP" dirty="0"/>
              <a:t>3 (</a:t>
            </a:r>
            <a:r>
              <a:rPr lang="en-US" altLang="ja-JP" dirty="0" err="1"/>
              <a:t>AtCoder</a:t>
            </a:r>
            <a:r>
              <a:rPr lang="en-US" altLang="ja-JP" dirty="0"/>
              <a:t>)</a:t>
            </a:r>
          </a:p>
          <a:p>
            <a:pPr lvl="1"/>
            <a:r>
              <a:rPr lang="ja-JP" altLang="en-US" dirty="0"/>
              <a:t>言語：</a:t>
            </a:r>
            <a:r>
              <a:rPr lang="en-US" altLang="ja-JP" dirty="0"/>
              <a:t>Java</a:t>
            </a:r>
          </a:p>
          <a:p>
            <a:pPr lvl="1"/>
            <a:r>
              <a:rPr lang="ja-JP" altLang="en-US" dirty="0"/>
              <a:t>各問題のコード数：</a:t>
            </a:r>
            <a:r>
              <a:rPr lang="en-US" altLang="ja-JP" dirty="0"/>
              <a:t>10</a:t>
            </a:r>
          </a:p>
          <a:p>
            <a:pPr lvl="1"/>
            <a:r>
              <a:rPr lang="ja-JP" altLang="en-US" dirty="0"/>
              <a:t>被験者：</a:t>
            </a:r>
            <a:r>
              <a:rPr lang="en-US" altLang="ja-JP" dirty="0"/>
              <a:t>20</a:t>
            </a:r>
            <a:r>
              <a:rPr lang="ja-JP" altLang="en-US" dirty="0"/>
              <a:t>代学生</a:t>
            </a:r>
            <a:r>
              <a:rPr lang="en-US" altLang="ja-JP" dirty="0"/>
              <a:t>5</a:t>
            </a:r>
            <a:r>
              <a:rPr lang="ja-JP" altLang="en-US" dirty="0"/>
              <a:t>名</a:t>
            </a:r>
            <a:endParaRPr lang="en-US" altLang="ja-JP" dirty="0"/>
          </a:p>
        </p:txBody>
      </p:sp>
      <p:sp>
        <p:nvSpPr>
          <p:cNvPr id="4" name="スライド番号プレースホルダー 3">
            <a:extLst>
              <a:ext uri="{FF2B5EF4-FFF2-40B4-BE49-F238E27FC236}">
                <a16:creationId xmlns:a16="http://schemas.microsoft.com/office/drawing/2014/main" id="{9FC822B6-4C47-4B74-BE2E-82634F928E2B}"/>
              </a:ext>
            </a:extLst>
          </p:cNvPr>
          <p:cNvSpPr>
            <a:spLocks noGrp="1"/>
          </p:cNvSpPr>
          <p:nvPr>
            <p:ph type="sldNum" sz="quarter" idx="4"/>
          </p:nvPr>
        </p:nvSpPr>
        <p:spPr/>
        <p:txBody>
          <a:bodyPr/>
          <a:lstStyle/>
          <a:p>
            <a:fld id="{3D1E95EC-FA06-447C-B439-F51D604829FB}" type="slidenum">
              <a:rPr kumimoji="1" lang="ja-JP" altLang="en-US" smtClean="0"/>
              <a:pPr/>
              <a:t>35</a:t>
            </a:fld>
            <a:endParaRPr kumimoji="1" lang="ja-JP" altLang="en-US" dirty="0"/>
          </a:p>
        </p:txBody>
      </p:sp>
    </p:spTree>
    <p:extLst>
      <p:ext uri="{BB962C8B-B14F-4D97-AF65-F5344CB8AC3E}">
        <p14:creationId xmlns:p14="http://schemas.microsoft.com/office/powerpoint/2010/main" val="3117397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(1/3</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a:pPr>
            <a:r>
              <a:rPr lang="ja-JP" altLang="en-US" dirty="0"/>
              <a:t>コード間の類似度を算出</a:t>
            </a:r>
          </a:p>
          <a:p>
            <a:pPr lvl="1"/>
            <a:r>
              <a:rPr kumimoji="1" lang="ja-JP" altLang="en-US" dirty="0"/>
              <a:t>類似度はレーベンシュタイン距離を使用</a:t>
            </a:r>
          </a:p>
          <a:p>
            <a:pPr lvl="1"/>
            <a:r>
              <a:rPr kumimoji="1" lang="ja-JP" altLang="en-US" dirty="0"/>
              <a:t>文字列を目的の文字列に変更する際に必要な最小の操作数</a:t>
            </a:r>
            <a:endParaRPr kumimoji="1" lang="en-US" altLang="ja-JP" dirty="0"/>
          </a:p>
          <a:p>
            <a:pPr lvl="1"/>
            <a:r>
              <a:rPr kumimoji="1" lang="ja-JP" altLang="en-US" dirty="0"/>
              <a:t>距離から類似度</a:t>
            </a:r>
            <a:r>
              <a:rPr lang="ja-JP" altLang="en-US" dirty="0"/>
              <a:t>を算出</a:t>
            </a:r>
            <a:endParaRPr kumimoji="1" lang="ja-JP" altLang="en-US" dirty="0"/>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36</a:t>
            </a:fld>
            <a:endParaRPr kumimoji="1" lang="ja-JP" altLang="en-US" dirty="0"/>
          </a:p>
        </p:txBody>
      </p:sp>
      <p:sp>
        <p:nvSpPr>
          <p:cNvPr id="5" name="テキスト ボックス 4">
            <a:extLst>
              <a:ext uri="{FF2B5EF4-FFF2-40B4-BE49-F238E27FC236}">
                <a16:creationId xmlns:a16="http://schemas.microsoft.com/office/drawing/2014/main" id="{90021279-0DE4-4C00-A098-A145FD070990}"/>
              </a:ext>
            </a:extLst>
          </p:cNvPr>
          <p:cNvSpPr txBox="1"/>
          <p:nvPr/>
        </p:nvSpPr>
        <p:spPr>
          <a:xfrm>
            <a:off x="2628582" y="2819613"/>
            <a:ext cx="1170041" cy="461665"/>
          </a:xfrm>
          <a:prstGeom prst="rect">
            <a:avLst/>
          </a:prstGeom>
          <a:noFill/>
        </p:spPr>
        <p:txBody>
          <a:bodyPr wrap="square" rtlCol="0">
            <a:spAutoFit/>
          </a:bodyPr>
          <a:lstStyle/>
          <a:p>
            <a:pPr algn="l"/>
            <a:r>
              <a:rPr kumimoji="1" lang="ja-JP" altLang="en-US" sz="2400" dirty="0"/>
              <a:t>がんぐ</a:t>
            </a:r>
          </a:p>
        </p:txBody>
      </p:sp>
      <p:cxnSp>
        <p:nvCxnSpPr>
          <p:cNvPr id="6" name="直線矢印コネクタ 5">
            <a:extLst>
              <a:ext uri="{FF2B5EF4-FFF2-40B4-BE49-F238E27FC236}">
                <a16:creationId xmlns:a16="http://schemas.microsoft.com/office/drawing/2014/main" id="{BAF8C243-1FDE-4D82-8C61-FE5064C15946}"/>
              </a:ext>
            </a:extLst>
          </p:cNvPr>
          <p:cNvCxnSpPr/>
          <p:nvPr/>
        </p:nvCxnSpPr>
        <p:spPr>
          <a:xfrm>
            <a:off x="4083760" y="3050446"/>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7" name="テキスト ボックス 6">
            <a:extLst>
              <a:ext uri="{FF2B5EF4-FFF2-40B4-BE49-F238E27FC236}">
                <a16:creationId xmlns:a16="http://schemas.microsoft.com/office/drawing/2014/main" id="{0DE58C44-CE41-4831-B651-211ECAE79DA4}"/>
              </a:ext>
            </a:extLst>
          </p:cNvPr>
          <p:cNvSpPr txBox="1"/>
          <p:nvPr/>
        </p:nvSpPr>
        <p:spPr>
          <a:xfrm>
            <a:off x="5401284" y="2819613"/>
            <a:ext cx="1435510" cy="461665"/>
          </a:xfrm>
          <a:prstGeom prst="rect">
            <a:avLst/>
          </a:prstGeom>
          <a:noFill/>
        </p:spPr>
        <p:txBody>
          <a:bodyPr wrap="square" rtlCol="0">
            <a:spAutoFit/>
          </a:bodyPr>
          <a:lstStyle/>
          <a:p>
            <a:pPr algn="l"/>
            <a:r>
              <a:rPr kumimoji="1" lang="ja-JP" altLang="en-US" sz="2400" dirty="0"/>
              <a:t>どんぐり</a:t>
            </a:r>
          </a:p>
        </p:txBody>
      </p:sp>
      <p:sp>
        <p:nvSpPr>
          <p:cNvPr id="8" name="四角形: 角を丸くする 7">
            <a:extLst>
              <a:ext uri="{FF2B5EF4-FFF2-40B4-BE49-F238E27FC236}">
                <a16:creationId xmlns:a16="http://schemas.microsoft.com/office/drawing/2014/main" id="{B722AA0B-B85A-454C-BB38-935D1B3805E5}"/>
              </a:ext>
            </a:extLst>
          </p:cNvPr>
          <p:cNvSpPr/>
          <p:nvPr/>
        </p:nvSpPr>
        <p:spPr>
          <a:xfrm>
            <a:off x="812703" y="3857659"/>
            <a:ext cx="7518593" cy="1481294"/>
          </a:xfrm>
          <a:prstGeom prst="roundRect">
            <a:avLst/>
          </a:prstGeom>
          <a:solidFill>
            <a:schemeClr val="accent1">
              <a:lumMod val="60000"/>
              <a:lumOff val="4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二等辺三角形 8">
            <a:extLst>
              <a:ext uri="{FF2B5EF4-FFF2-40B4-BE49-F238E27FC236}">
                <a16:creationId xmlns:a16="http://schemas.microsoft.com/office/drawing/2014/main" id="{27799BC9-3441-4076-9980-765075B135F9}"/>
              </a:ext>
            </a:extLst>
          </p:cNvPr>
          <p:cNvSpPr/>
          <p:nvPr/>
        </p:nvSpPr>
        <p:spPr>
          <a:xfrm>
            <a:off x="4037057" y="3372214"/>
            <a:ext cx="1076631" cy="485445"/>
          </a:xfrm>
          <a:prstGeom prst="triangle">
            <a:avLst/>
          </a:prstGeom>
          <a:solidFill>
            <a:schemeClr val="accent1">
              <a:lumMod val="60000"/>
              <a:lumOff val="4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60154E9A-6850-4E47-B489-F47913557EFA}"/>
              </a:ext>
            </a:extLst>
          </p:cNvPr>
          <p:cNvSpPr txBox="1"/>
          <p:nvPr/>
        </p:nvSpPr>
        <p:spPr>
          <a:xfrm>
            <a:off x="1166037" y="4355384"/>
            <a:ext cx="1184788" cy="461665"/>
          </a:xfrm>
          <a:prstGeom prst="rect">
            <a:avLst/>
          </a:prstGeom>
          <a:noFill/>
        </p:spPr>
        <p:txBody>
          <a:bodyPr wrap="square" rtlCol="0">
            <a:spAutoFit/>
          </a:bodyPr>
          <a:lstStyle/>
          <a:p>
            <a:pPr algn="l"/>
            <a:r>
              <a:rPr kumimoji="1" lang="ja-JP" altLang="en-US" sz="2400" dirty="0"/>
              <a:t>がんぐ</a:t>
            </a:r>
          </a:p>
        </p:txBody>
      </p:sp>
      <p:cxnSp>
        <p:nvCxnSpPr>
          <p:cNvPr id="11" name="直線矢印コネクタ 10">
            <a:extLst>
              <a:ext uri="{FF2B5EF4-FFF2-40B4-BE49-F238E27FC236}">
                <a16:creationId xmlns:a16="http://schemas.microsoft.com/office/drawing/2014/main" id="{25AE0E4C-E90A-4BD6-8A6A-93252E830979}"/>
              </a:ext>
            </a:extLst>
          </p:cNvPr>
          <p:cNvCxnSpPr/>
          <p:nvPr/>
        </p:nvCxnSpPr>
        <p:spPr>
          <a:xfrm>
            <a:off x="2623668" y="4586216"/>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2" name="テキスト ボックス 11">
            <a:extLst>
              <a:ext uri="{FF2B5EF4-FFF2-40B4-BE49-F238E27FC236}">
                <a16:creationId xmlns:a16="http://schemas.microsoft.com/office/drawing/2014/main" id="{348595C4-FFC4-4C31-BE95-709E31F9E2D5}"/>
              </a:ext>
            </a:extLst>
          </p:cNvPr>
          <p:cNvSpPr txBox="1"/>
          <p:nvPr/>
        </p:nvSpPr>
        <p:spPr>
          <a:xfrm>
            <a:off x="3979605" y="4355384"/>
            <a:ext cx="1184788" cy="461665"/>
          </a:xfrm>
          <a:prstGeom prst="rect">
            <a:avLst/>
          </a:prstGeom>
          <a:noFill/>
        </p:spPr>
        <p:txBody>
          <a:bodyPr wrap="square" rtlCol="0">
            <a:spAutoFit/>
          </a:bodyPr>
          <a:lstStyle/>
          <a:p>
            <a:pPr algn="ctr"/>
            <a:r>
              <a:rPr kumimoji="1" lang="ja-JP" altLang="en-US" sz="2400" dirty="0">
                <a:solidFill>
                  <a:srgbClr val="FF0000"/>
                </a:solidFill>
              </a:rPr>
              <a:t>ど</a:t>
            </a:r>
            <a:r>
              <a:rPr kumimoji="1" lang="ja-JP" altLang="en-US" sz="2400" dirty="0"/>
              <a:t>んぐ</a:t>
            </a:r>
          </a:p>
        </p:txBody>
      </p:sp>
      <p:cxnSp>
        <p:nvCxnSpPr>
          <p:cNvPr id="13" name="直線矢印コネクタ 12">
            <a:extLst>
              <a:ext uri="{FF2B5EF4-FFF2-40B4-BE49-F238E27FC236}">
                <a16:creationId xmlns:a16="http://schemas.microsoft.com/office/drawing/2014/main" id="{0BA0EC78-3702-41C2-9C29-005DABC2CBA9}"/>
              </a:ext>
            </a:extLst>
          </p:cNvPr>
          <p:cNvCxnSpPr/>
          <p:nvPr/>
        </p:nvCxnSpPr>
        <p:spPr>
          <a:xfrm>
            <a:off x="5519269" y="4586216"/>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4" name="テキスト ボックス 13">
            <a:extLst>
              <a:ext uri="{FF2B5EF4-FFF2-40B4-BE49-F238E27FC236}">
                <a16:creationId xmlns:a16="http://schemas.microsoft.com/office/drawing/2014/main" id="{7969AD56-673D-4D7D-B709-9649680B8F6A}"/>
              </a:ext>
            </a:extLst>
          </p:cNvPr>
          <p:cNvSpPr txBox="1"/>
          <p:nvPr/>
        </p:nvSpPr>
        <p:spPr>
          <a:xfrm>
            <a:off x="6733551" y="4355384"/>
            <a:ext cx="1435510" cy="461665"/>
          </a:xfrm>
          <a:prstGeom prst="rect">
            <a:avLst/>
          </a:prstGeom>
          <a:noFill/>
        </p:spPr>
        <p:txBody>
          <a:bodyPr wrap="square" rtlCol="0">
            <a:spAutoFit/>
          </a:bodyPr>
          <a:lstStyle/>
          <a:p>
            <a:pPr algn="l"/>
            <a:r>
              <a:rPr kumimoji="1" lang="ja-JP" altLang="en-US" sz="2400" dirty="0"/>
              <a:t>どんぐ</a:t>
            </a:r>
            <a:r>
              <a:rPr kumimoji="1" lang="ja-JP" altLang="en-US" sz="2400" dirty="0">
                <a:solidFill>
                  <a:srgbClr val="FF0000"/>
                </a:solidFill>
              </a:rPr>
              <a:t>り</a:t>
            </a:r>
          </a:p>
        </p:txBody>
      </p:sp>
      <p:sp>
        <p:nvSpPr>
          <p:cNvPr id="15" name="テキスト ボックス 14">
            <a:extLst>
              <a:ext uri="{FF2B5EF4-FFF2-40B4-BE49-F238E27FC236}">
                <a16:creationId xmlns:a16="http://schemas.microsoft.com/office/drawing/2014/main" id="{F18A3FEE-B6D8-4910-8B02-B610316505F8}"/>
              </a:ext>
            </a:extLst>
          </p:cNvPr>
          <p:cNvSpPr txBox="1"/>
          <p:nvPr/>
        </p:nvSpPr>
        <p:spPr>
          <a:xfrm>
            <a:off x="2545325" y="5515267"/>
            <a:ext cx="4053348" cy="461665"/>
          </a:xfrm>
          <a:prstGeom prst="rect">
            <a:avLst/>
          </a:prstGeom>
          <a:noFill/>
        </p:spPr>
        <p:txBody>
          <a:bodyPr wrap="square" rtlCol="0">
            <a:spAutoFit/>
          </a:bodyPr>
          <a:lstStyle/>
          <a:p>
            <a:pPr algn="ctr"/>
            <a:r>
              <a:rPr kumimoji="1" lang="ja-JP" altLang="en-US" sz="2400" dirty="0"/>
              <a:t>レーベンシュタイン距離：</a:t>
            </a:r>
            <a:r>
              <a:rPr kumimoji="1" lang="en-US" altLang="ja-JP" sz="2400" dirty="0"/>
              <a:t>2</a:t>
            </a:r>
            <a:endParaRPr kumimoji="1" lang="ja-JP" altLang="en-US" sz="2400" dirty="0"/>
          </a:p>
        </p:txBody>
      </p:sp>
      <p:sp>
        <p:nvSpPr>
          <p:cNvPr id="16" name="テキスト ボックス 15">
            <a:extLst>
              <a:ext uri="{FF2B5EF4-FFF2-40B4-BE49-F238E27FC236}">
                <a16:creationId xmlns:a16="http://schemas.microsoft.com/office/drawing/2014/main" id="{14FA139C-0781-4C8D-A17E-6A4F3071A5F7}"/>
              </a:ext>
            </a:extLst>
          </p:cNvPr>
          <p:cNvSpPr txBox="1"/>
          <p:nvPr/>
        </p:nvSpPr>
        <p:spPr>
          <a:xfrm>
            <a:off x="2767465" y="4762530"/>
            <a:ext cx="715298" cy="400110"/>
          </a:xfrm>
          <a:prstGeom prst="rect">
            <a:avLst/>
          </a:prstGeom>
          <a:noFill/>
        </p:spPr>
        <p:txBody>
          <a:bodyPr wrap="square" rtlCol="0">
            <a:spAutoFit/>
          </a:bodyPr>
          <a:lstStyle/>
          <a:p>
            <a:pPr algn="ctr"/>
            <a:r>
              <a:rPr kumimoji="1" lang="ja-JP" altLang="en-US" sz="2000" dirty="0"/>
              <a:t>置換</a:t>
            </a:r>
          </a:p>
        </p:txBody>
      </p:sp>
      <p:sp>
        <p:nvSpPr>
          <p:cNvPr id="17" name="テキスト ボックス 16">
            <a:extLst>
              <a:ext uri="{FF2B5EF4-FFF2-40B4-BE49-F238E27FC236}">
                <a16:creationId xmlns:a16="http://schemas.microsoft.com/office/drawing/2014/main" id="{9A2A0BE6-0795-46F3-8D22-CB7FD7628E2C}"/>
              </a:ext>
            </a:extLst>
          </p:cNvPr>
          <p:cNvSpPr txBox="1"/>
          <p:nvPr/>
        </p:nvSpPr>
        <p:spPr>
          <a:xfrm>
            <a:off x="5669209" y="4767570"/>
            <a:ext cx="715298" cy="400110"/>
          </a:xfrm>
          <a:prstGeom prst="rect">
            <a:avLst/>
          </a:prstGeom>
          <a:noFill/>
        </p:spPr>
        <p:txBody>
          <a:bodyPr wrap="square" rtlCol="0">
            <a:spAutoFit/>
          </a:bodyPr>
          <a:lstStyle/>
          <a:p>
            <a:pPr algn="ctr"/>
            <a:r>
              <a:rPr kumimoji="1" lang="ja-JP" altLang="en-US" sz="2000" dirty="0"/>
              <a:t>挿入</a:t>
            </a:r>
          </a:p>
        </p:txBody>
      </p:sp>
    </p:spTree>
    <p:extLst>
      <p:ext uri="{BB962C8B-B14F-4D97-AF65-F5344CB8AC3E}">
        <p14:creationId xmlns:p14="http://schemas.microsoft.com/office/powerpoint/2010/main" val="20048327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(2/3)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2"/>
            </a:pPr>
            <a:r>
              <a:rPr lang="ja-JP" altLang="en-US" dirty="0"/>
              <a:t>コードの可読性を定義</a:t>
            </a:r>
            <a:endParaRPr lang="en-US" altLang="ja-JP" dirty="0"/>
          </a:p>
          <a:p>
            <a:pPr lvl="1"/>
            <a:r>
              <a:rPr lang="ja-JP" altLang="en-US" dirty="0"/>
              <a:t>被験者が可読性を</a:t>
            </a:r>
            <a:r>
              <a:rPr lang="en-US" altLang="ja-JP" dirty="0"/>
              <a:t>5</a:t>
            </a:r>
            <a:r>
              <a:rPr lang="ja-JP" altLang="en-US" dirty="0"/>
              <a:t>段階で評価</a:t>
            </a:r>
          </a:p>
          <a:p>
            <a:pPr lvl="1"/>
            <a:r>
              <a:rPr lang="ja-JP" altLang="en-US" dirty="0"/>
              <a:t>平均評価が</a:t>
            </a:r>
            <a:r>
              <a:rPr lang="en-US" altLang="ja-JP" dirty="0"/>
              <a:t>3.5</a:t>
            </a:r>
            <a:r>
              <a:rPr lang="ja-JP" altLang="en-US" dirty="0"/>
              <a:t>以上のコードを可読性が高いと定義</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37</a:t>
            </a:fld>
            <a:endParaRPr kumimoji="1" lang="ja-JP" altLang="en-US" dirty="0"/>
          </a:p>
        </p:txBody>
      </p:sp>
      <p:graphicFrame>
        <p:nvGraphicFramePr>
          <p:cNvPr id="16" name="グラフ 15">
            <a:extLst>
              <a:ext uri="{FF2B5EF4-FFF2-40B4-BE49-F238E27FC236}">
                <a16:creationId xmlns:a16="http://schemas.microsoft.com/office/drawing/2014/main" id="{DA436499-CD6D-48B2-8767-93C68B805B05}"/>
              </a:ext>
            </a:extLst>
          </p:cNvPr>
          <p:cNvGraphicFramePr>
            <a:graphicFrameLocks/>
          </p:cNvGraphicFramePr>
          <p:nvPr/>
        </p:nvGraphicFramePr>
        <p:xfrm>
          <a:off x="1144895" y="2064115"/>
          <a:ext cx="6854210" cy="4403360"/>
        </p:xfrm>
        <a:graphic>
          <a:graphicData uri="http://schemas.openxmlformats.org/drawingml/2006/chart">
            <c:chart xmlns:c="http://schemas.openxmlformats.org/drawingml/2006/chart" xmlns:r="http://schemas.openxmlformats.org/officeDocument/2006/relationships" r:id="rId2"/>
          </a:graphicData>
        </a:graphic>
      </p:graphicFrame>
      <p:cxnSp>
        <p:nvCxnSpPr>
          <p:cNvPr id="13" name="直線コネクタ 12">
            <a:extLst>
              <a:ext uri="{FF2B5EF4-FFF2-40B4-BE49-F238E27FC236}">
                <a16:creationId xmlns:a16="http://schemas.microsoft.com/office/drawing/2014/main" id="{D73AE6C2-BFF0-41FD-AD67-FE8C36619DA9}"/>
              </a:ext>
            </a:extLst>
          </p:cNvPr>
          <p:cNvCxnSpPr/>
          <p:nvPr/>
        </p:nvCxnSpPr>
        <p:spPr>
          <a:xfrm>
            <a:off x="2025031" y="3716180"/>
            <a:ext cx="5796000" cy="0"/>
          </a:xfrm>
          <a:prstGeom prst="line">
            <a:avLst/>
          </a:prstGeom>
          <a:ln w="28575">
            <a:solidFill>
              <a:schemeClr val="tx1"/>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204662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a:p>
            <a:pPr lvl="1"/>
            <a:endParaRPr lang="en-US" altLang="ja-JP" dirty="0"/>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38</a:t>
            </a:fld>
            <a:endParaRPr kumimoji="1" lang="ja-JP" altLang="en-US"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9BDA1F40-4422-4B5F-AF39-C0930D4A3CBD}"/>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6" name="テキスト ボックス 5">
                <a:extLst>
                  <a:ext uri="{FF2B5EF4-FFF2-40B4-BE49-F238E27FC236}">
                    <a16:creationId xmlns:a16="http://schemas.microsoft.com/office/drawing/2014/main" id="{9BDA1F40-4422-4B5F-AF39-C0930D4A3CBD}"/>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graphicFrame>
        <p:nvGraphicFramePr>
          <p:cNvPr id="7" name="表 7">
            <a:extLst>
              <a:ext uri="{FF2B5EF4-FFF2-40B4-BE49-F238E27FC236}">
                <a16:creationId xmlns:a16="http://schemas.microsoft.com/office/drawing/2014/main" id="{24558123-702D-44BD-960E-81C98B2A469C}"/>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1</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3</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1</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3</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Arial"/>
                        <a:ea typeface="ＭＳ ゴシック"/>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endParaRPr kumimoji="1" lang="ja-JP" altLang="en-US" sz="2000"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p:sp>
        <p:nvSpPr>
          <p:cNvPr id="5" name="テキスト ボックス 4">
            <a:extLst>
              <a:ext uri="{FF2B5EF4-FFF2-40B4-BE49-F238E27FC236}">
                <a16:creationId xmlns:a16="http://schemas.microsoft.com/office/drawing/2014/main" id="{4B754AF4-4FE2-449A-98C1-947C013ED415}"/>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2219344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39</a:t>
            </a:fld>
            <a:endParaRPr kumimoji="1" lang="ja-JP" altLang="en-US" dirty="0"/>
          </a:p>
        </p:txBody>
      </p:sp>
      <p:graphicFrame>
        <p:nvGraphicFramePr>
          <p:cNvPr id="7" name="表 7">
            <a:extLst>
              <a:ext uri="{FF2B5EF4-FFF2-40B4-BE49-F238E27FC236}">
                <a16:creationId xmlns:a16="http://schemas.microsoft.com/office/drawing/2014/main" id="{AFD1EE11-42DA-425C-BD5B-CFDFD25CED68}"/>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t>コード</a:t>
                      </a:r>
                      <a:r>
                        <a:rPr kumimoji="1" lang="en-US" altLang="ja-JP" sz="2000" dirty="0"/>
                        <a:t>2</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1</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3</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Arial"/>
                        <a:ea typeface="ＭＳ ゴシック"/>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endParaRPr kumimoji="1" lang="ja-JP" altLang="en-US" sz="2000"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36FF8A8-DA31-48EF-92D3-F6EEBADA09EC}"/>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8" name="テキスト ボックス 7">
                <a:extLst>
                  <a:ext uri="{FF2B5EF4-FFF2-40B4-BE49-F238E27FC236}">
                    <a16:creationId xmlns:a16="http://schemas.microsoft.com/office/drawing/2014/main" id="{E36FF8A8-DA31-48EF-92D3-F6EEBADA09EC}"/>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0EABBB7A-C408-4138-B20B-928FBBBC5737}"/>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1388664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40</a:t>
            </a:fld>
            <a:endParaRPr kumimoji="1" lang="ja-JP" altLang="en-US" dirty="0"/>
          </a:p>
        </p:txBody>
      </p:sp>
      <p:graphicFrame>
        <p:nvGraphicFramePr>
          <p:cNvPr id="7" name="表 7">
            <a:extLst>
              <a:ext uri="{FF2B5EF4-FFF2-40B4-BE49-F238E27FC236}">
                <a16:creationId xmlns:a16="http://schemas.microsoft.com/office/drawing/2014/main" id="{AFD1EE11-42DA-425C-BD5B-CFDFD25CED68}"/>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t>コード</a:t>
                      </a:r>
                      <a:r>
                        <a:rPr kumimoji="1" lang="en-US" altLang="ja-JP" sz="2000" dirty="0"/>
                        <a:t>2</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3</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Arial"/>
                        <a:ea typeface="ＭＳ ゴシック"/>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endParaRPr kumimoji="1" lang="ja-JP" altLang="en-US" sz="2000"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p:sp>
        <p:nvSpPr>
          <p:cNvPr id="8" name="正方形/長方形 7">
            <a:extLst>
              <a:ext uri="{FF2B5EF4-FFF2-40B4-BE49-F238E27FC236}">
                <a16:creationId xmlns:a16="http://schemas.microsoft.com/office/drawing/2014/main" id="{6FA06DAD-1756-46B2-8088-C42A26194D1C}"/>
              </a:ext>
            </a:extLst>
          </p:cNvPr>
          <p:cNvSpPr/>
          <p:nvPr/>
        </p:nvSpPr>
        <p:spPr>
          <a:xfrm>
            <a:off x="362591" y="4268287"/>
            <a:ext cx="8428984" cy="1665788"/>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819FEDAE-77BA-4F18-A153-E847F97E935A}"/>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9" name="テキスト ボックス 8">
                <a:extLst>
                  <a:ext uri="{FF2B5EF4-FFF2-40B4-BE49-F238E27FC236}">
                    <a16:creationId xmlns:a16="http://schemas.microsoft.com/office/drawing/2014/main" id="{819FEDAE-77BA-4F18-A153-E847F97E935A}"/>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6F043756-1343-464A-A5D4-3B1195880605}"/>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1158008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41</a:t>
            </a:fld>
            <a:endParaRPr kumimoji="1" lang="ja-JP" altLang="en-US" dirty="0"/>
          </a:p>
        </p:txBody>
      </p:sp>
      <p:graphicFrame>
        <p:nvGraphicFramePr>
          <p:cNvPr id="7" name="表 7">
            <a:extLst>
              <a:ext uri="{FF2B5EF4-FFF2-40B4-BE49-F238E27FC236}">
                <a16:creationId xmlns:a16="http://schemas.microsoft.com/office/drawing/2014/main" id="{AFD1EE11-42DA-425C-BD5B-CFDFD25CED68}"/>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t>コード</a:t>
                      </a:r>
                      <a:r>
                        <a:rPr kumimoji="1" lang="en-US" altLang="ja-JP" sz="2000" dirty="0"/>
                        <a:t>2</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t>0.64</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i="0" u="none" dirty="0">
                          <a:solidFill>
                            <a:schemeClr val="tx1"/>
                          </a:solidFill>
                          <a:effectLst/>
                        </a:rPr>
                        <a:t>0.90</a:t>
                      </a:r>
                      <a:endParaRPr kumimoji="1" lang="ja-JP" altLang="en-US" sz="2000" i="0" u="none" dirty="0">
                        <a:solidFill>
                          <a:schemeClr val="tx1"/>
                        </a:solidFill>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t>0.48</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solidFill>
                            <a:schemeClr val="tx1"/>
                          </a:solidFill>
                        </a:rPr>
                        <a:t>0.85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3</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Arial"/>
                        <a:ea typeface="ＭＳ ゴシック"/>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endParaRPr kumimoji="1" lang="ja-JP" altLang="en-US" sz="2000" dirty="0"/>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p:sp>
        <p:nvSpPr>
          <p:cNvPr id="8" name="正方形/長方形 7">
            <a:extLst>
              <a:ext uri="{FF2B5EF4-FFF2-40B4-BE49-F238E27FC236}">
                <a16:creationId xmlns:a16="http://schemas.microsoft.com/office/drawing/2014/main" id="{6FA06DAD-1756-46B2-8088-C42A26194D1C}"/>
              </a:ext>
            </a:extLst>
          </p:cNvPr>
          <p:cNvSpPr/>
          <p:nvPr/>
        </p:nvSpPr>
        <p:spPr>
          <a:xfrm>
            <a:off x="362591" y="4268287"/>
            <a:ext cx="8428984" cy="1665788"/>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8AA19F1E-AE0C-4AAE-B3DE-59BEAD1D982C}"/>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9" name="テキスト ボックス 8">
                <a:extLst>
                  <a:ext uri="{FF2B5EF4-FFF2-40B4-BE49-F238E27FC236}">
                    <a16:creationId xmlns:a16="http://schemas.microsoft.com/office/drawing/2014/main" id="{8AA19F1E-AE0C-4AAE-B3DE-59BEAD1D982C}"/>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21BE4D1D-1991-4270-8CAB-B011CBA61162}"/>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3380794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42</a:t>
            </a:fld>
            <a:endParaRPr kumimoji="1" lang="ja-JP" altLang="en-US" dirty="0"/>
          </a:p>
        </p:txBody>
      </p:sp>
      <p:graphicFrame>
        <p:nvGraphicFramePr>
          <p:cNvPr id="7" name="表 7">
            <a:extLst>
              <a:ext uri="{FF2B5EF4-FFF2-40B4-BE49-F238E27FC236}">
                <a16:creationId xmlns:a16="http://schemas.microsoft.com/office/drawing/2014/main" id="{AFD1EE11-42DA-425C-BD5B-CFDFD25CED68}"/>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t>コード</a:t>
                      </a:r>
                      <a:r>
                        <a:rPr kumimoji="1" lang="en-US" altLang="ja-JP" sz="2000" dirty="0"/>
                        <a:t>2</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t>0.64</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i="0" u="none" dirty="0">
                          <a:solidFill>
                            <a:schemeClr val="tx1"/>
                          </a:solidFill>
                          <a:effectLst/>
                        </a:rPr>
                        <a:t>0.90</a:t>
                      </a:r>
                      <a:endParaRPr kumimoji="1" lang="ja-JP" altLang="en-US" sz="2000" i="0" u="none" dirty="0">
                        <a:solidFill>
                          <a:schemeClr val="tx1"/>
                        </a:solidFill>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t>0.48</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0.85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3</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Arial"/>
                        <a:ea typeface="ＭＳ ゴシック"/>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p:sp>
        <p:nvSpPr>
          <p:cNvPr id="10" name="正方形/長方形 9">
            <a:extLst>
              <a:ext uri="{FF2B5EF4-FFF2-40B4-BE49-F238E27FC236}">
                <a16:creationId xmlns:a16="http://schemas.microsoft.com/office/drawing/2014/main" id="{550DE94F-0D2E-4365-ABFE-48E6D414BB6E}"/>
              </a:ext>
            </a:extLst>
          </p:cNvPr>
          <p:cNvSpPr/>
          <p:nvPr/>
        </p:nvSpPr>
        <p:spPr>
          <a:xfrm>
            <a:off x="362591" y="4268287"/>
            <a:ext cx="8428984" cy="1665788"/>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0150F4BC-4B76-4B25-92C9-C543D7A4FBD5}"/>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8" name="テキスト ボックス 7">
                <a:extLst>
                  <a:ext uri="{FF2B5EF4-FFF2-40B4-BE49-F238E27FC236}">
                    <a16:creationId xmlns:a16="http://schemas.microsoft.com/office/drawing/2014/main" id="{0150F4BC-4B76-4B25-92C9-C543D7A4FBD5}"/>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96D814F0-1C57-4124-A6C8-A91437EAFE42}"/>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16297058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43</a:t>
            </a:fld>
            <a:endParaRPr kumimoji="1" lang="ja-JP" altLang="en-US" dirty="0"/>
          </a:p>
        </p:txBody>
      </p:sp>
      <p:graphicFrame>
        <p:nvGraphicFramePr>
          <p:cNvPr id="7" name="表 7">
            <a:extLst>
              <a:ext uri="{FF2B5EF4-FFF2-40B4-BE49-F238E27FC236}">
                <a16:creationId xmlns:a16="http://schemas.microsoft.com/office/drawing/2014/main" id="{165DE271-FA0C-42BB-BBE2-DA9B1A12E8D0}"/>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t>コード</a:t>
                      </a:r>
                      <a:r>
                        <a:rPr kumimoji="1" lang="en-US" altLang="ja-JP" sz="2000" dirty="0"/>
                        <a:t>2</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t>0.64</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i="0" u="none" dirty="0">
                          <a:ln w="19050">
                            <a:solidFill>
                              <a:sysClr val="windowText" lastClr="000000"/>
                            </a:solidFill>
                          </a:ln>
                          <a:solidFill>
                            <a:schemeClr val="tx1"/>
                          </a:solidFill>
                          <a:effectLst/>
                        </a:rPr>
                        <a:t>0.90</a:t>
                      </a:r>
                      <a:endParaRPr kumimoji="1" lang="ja-JP" altLang="en-US" sz="2000" i="0" u="none" dirty="0">
                        <a:ln w="19050">
                          <a:solidFill>
                            <a:sysClr val="windowText" lastClr="000000"/>
                          </a:solidFill>
                        </a:ln>
                        <a:solidFill>
                          <a:schemeClr val="tx1"/>
                        </a:solidFill>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0.48</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ln w="19050">
                            <a:solidFill>
                              <a:sysClr val="windowText" lastClr="000000"/>
                            </a:solidFill>
                          </a:ln>
                          <a:solidFill>
                            <a:schemeClr val="tx1"/>
                          </a:solidFill>
                        </a:rPr>
                        <a:t>0.85</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t>0.5</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3</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p:sp>
        <p:nvSpPr>
          <p:cNvPr id="10" name="正方形/長方形 9">
            <a:extLst>
              <a:ext uri="{FF2B5EF4-FFF2-40B4-BE49-F238E27FC236}">
                <a16:creationId xmlns:a16="http://schemas.microsoft.com/office/drawing/2014/main" id="{0B3A2766-AAC5-48AC-97A1-050734A7CA3E}"/>
              </a:ext>
            </a:extLst>
          </p:cNvPr>
          <p:cNvSpPr/>
          <p:nvPr/>
        </p:nvSpPr>
        <p:spPr>
          <a:xfrm>
            <a:off x="362591" y="4268287"/>
            <a:ext cx="8428984" cy="1665788"/>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86D15EFC-1C9D-40DF-8149-F3F47C8B91A9}"/>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8" name="テキスト ボックス 7">
                <a:extLst>
                  <a:ext uri="{FF2B5EF4-FFF2-40B4-BE49-F238E27FC236}">
                    <a16:creationId xmlns:a16="http://schemas.microsoft.com/office/drawing/2014/main" id="{86D15EFC-1C9D-40DF-8149-F3F47C8B91A9}"/>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84A63D22-2857-42BD-82CE-F014E1F2BD85}"/>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28409000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44</a:t>
            </a:fld>
            <a:endParaRPr kumimoji="1" lang="ja-JP" altLang="en-US" dirty="0"/>
          </a:p>
        </p:txBody>
      </p:sp>
      <p:graphicFrame>
        <p:nvGraphicFramePr>
          <p:cNvPr id="7" name="表 7">
            <a:extLst>
              <a:ext uri="{FF2B5EF4-FFF2-40B4-BE49-F238E27FC236}">
                <a16:creationId xmlns:a16="http://schemas.microsoft.com/office/drawing/2014/main" id="{165DE271-FA0C-42BB-BBE2-DA9B1A12E8D0}"/>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t>コード</a:t>
                      </a:r>
                      <a:r>
                        <a:rPr kumimoji="1" lang="en-US" altLang="ja-JP" sz="2000" dirty="0"/>
                        <a:t>2</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t>0.64</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i="0" u="none" dirty="0">
                          <a:ln w="19050">
                            <a:solidFill>
                              <a:sysClr val="windowText" lastClr="000000"/>
                            </a:solidFill>
                          </a:ln>
                          <a:solidFill>
                            <a:schemeClr val="tx1"/>
                          </a:solidFill>
                          <a:effectLst/>
                        </a:rPr>
                        <a:t>0.90</a:t>
                      </a:r>
                      <a:endParaRPr kumimoji="1" lang="ja-JP" altLang="en-US" sz="2000" i="0" u="none" dirty="0">
                        <a:ln w="19050">
                          <a:solidFill>
                            <a:sysClr val="windowText" lastClr="000000"/>
                          </a:solidFill>
                        </a:ln>
                        <a:solidFill>
                          <a:schemeClr val="tx1"/>
                        </a:solidFill>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0.48</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ln w="19050">
                            <a:solidFill>
                              <a:sysClr val="windowText" lastClr="000000"/>
                            </a:solidFill>
                          </a:ln>
                          <a:solidFill>
                            <a:schemeClr val="tx1"/>
                          </a:solidFill>
                        </a:rPr>
                        <a:t>0.85</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t>0.5</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ln w="19050">
                            <a:solidFill>
                              <a:sysClr val="windowText" lastClr="000000"/>
                            </a:solidFill>
                          </a:ln>
                          <a:solidFill>
                            <a:schemeClr val="tx1"/>
                          </a:solidFill>
                        </a:rPr>
                        <a:t>0.90</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0.47</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ln w="19050">
                            <a:solidFill>
                              <a:sysClr val="windowText" lastClr="000000"/>
                            </a:solidFill>
                          </a:ln>
                          <a:solidFill>
                            <a:schemeClr val="tx1"/>
                          </a:solidFill>
                        </a:rPr>
                        <a:t>0.97</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0.41</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t>1.0</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p:sp>
        <p:nvSpPr>
          <p:cNvPr id="9" name="正方形/長方形 8">
            <a:extLst>
              <a:ext uri="{FF2B5EF4-FFF2-40B4-BE49-F238E27FC236}">
                <a16:creationId xmlns:a16="http://schemas.microsoft.com/office/drawing/2014/main" id="{82572212-0A2B-4EF6-99AE-6EA1D2A9CC70}"/>
              </a:ext>
            </a:extLst>
          </p:cNvPr>
          <p:cNvSpPr/>
          <p:nvPr/>
        </p:nvSpPr>
        <p:spPr>
          <a:xfrm>
            <a:off x="212650" y="5063331"/>
            <a:ext cx="8428984" cy="930785"/>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8E19D97B-DA1B-458F-B419-AEF7E0968A0D}"/>
              </a:ext>
            </a:extLst>
          </p:cNvPr>
          <p:cNvSpPr/>
          <p:nvPr/>
        </p:nvSpPr>
        <p:spPr>
          <a:xfrm>
            <a:off x="357507" y="3871136"/>
            <a:ext cx="8428984" cy="754093"/>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B169E0E1-2FB9-4FDB-8856-E4C60FC6BFAC}"/>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11" name="テキスト ボックス 10">
                <a:extLst>
                  <a:ext uri="{FF2B5EF4-FFF2-40B4-BE49-F238E27FC236}">
                    <a16:creationId xmlns:a16="http://schemas.microsoft.com/office/drawing/2014/main" id="{B169E0E1-2FB9-4FDB-8856-E4C60FC6BFAC}"/>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8C0B1047-D93D-4FC8-ACF5-8EEEF0EB56E4}"/>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32540852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45</a:t>
            </a:fld>
            <a:endParaRPr kumimoji="1" lang="ja-JP" altLang="en-US" dirty="0"/>
          </a:p>
        </p:txBody>
      </p:sp>
      <p:graphicFrame>
        <p:nvGraphicFramePr>
          <p:cNvPr id="7" name="表 7">
            <a:extLst>
              <a:ext uri="{FF2B5EF4-FFF2-40B4-BE49-F238E27FC236}">
                <a16:creationId xmlns:a16="http://schemas.microsoft.com/office/drawing/2014/main" id="{165DE271-FA0C-42BB-BBE2-DA9B1A12E8D0}"/>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t>コード</a:t>
                      </a:r>
                      <a:r>
                        <a:rPr kumimoji="1" lang="en-US" altLang="ja-JP" sz="2000" dirty="0"/>
                        <a:t>2</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t>0.64</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i="0" u="none" dirty="0">
                          <a:ln w="19050">
                            <a:solidFill>
                              <a:sysClr val="windowText" lastClr="000000"/>
                            </a:solidFill>
                          </a:ln>
                          <a:solidFill>
                            <a:schemeClr val="tx1"/>
                          </a:solidFill>
                          <a:effectLst/>
                        </a:rPr>
                        <a:t>0.90</a:t>
                      </a:r>
                      <a:endParaRPr kumimoji="1" lang="ja-JP" altLang="en-US" sz="2000" i="0" u="none" dirty="0">
                        <a:ln w="19050">
                          <a:solidFill>
                            <a:sysClr val="windowText" lastClr="000000"/>
                          </a:solidFill>
                        </a:ln>
                        <a:solidFill>
                          <a:schemeClr val="tx1"/>
                        </a:solidFill>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0.48</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ln w="19050">
                            <a:solidFill>
                              <a:sysClr val="windowText" lastClr="000000"/>
                            </a:solidFill>
                          </a:ln>
                          <a:solidFill>
                            <a:schemeClr val="tx1"/>
                          </a:solidFill>
                        </a:rPr>
                        <a:t>0.85</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t>0.5</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ln w="19050">
                            <a:solidFill>
                              <a:sysClr val="windowText" lastClr="000000"/>
                            </a:solidFill>
                          </a:ln>
                          <a:solidFill>
                            <a:schemeClr val="tx1"/>
                          </a:solidFill>
                        </a:rPr>
                        <a:t>0.90</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0.47</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ln w="19050">
                            <a:solidFill>
                              <a:sysClr val="windowText" lastClr="000000"/>
                            </a:solidFill>
                          </a:ln>
                          <a:solidFill>
                            <a:schemeClr val="tx1"/>
                          </a:solidFill>
                        </a:rPr>
                        <a:t>0.97</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0.41</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t>1.0</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solidFill>
                            <a:schemeClr val="tx1"/>
                          </a:solidFill>
                        </a:rPr>
                        <a:t>0.64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ln w="19050">
                            <a:solidFill>
                              <a:sysClr val="windowText" lastClr="000000"/>
                            </a:solidFill>
                          </a:ln>
                          <a:solidFill>
                            <a:schemeClr val="tx1"/>
                          </a:solidFill>
                        </a:rPr>
                        <a:t>0.71</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ln w="19050">
                            <a:solidFill>
                              <a:sysClr val="windowText" lastClr="000000"/>
                            </a:solidFill>
                          </a:ln>
                          <a:solidFill>
                            <a:schemeClr val="tx1"/>
                          </a:solidFill>
                        </a:rPr>
                        <a:t>0.97</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solidFill>
                            <a:schemeClr val="tx1"/>
                          </a:solidFill>
                        </a:rPr>
                        <a:t>0.42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prstClr val="black"/>
                          </a:solidFill>
                          <a:effectLst/>
                          <a:uLnTx/>
                          <a:uFillTx/>
                          <a:latin typeface="Arial"/>
                          <a:ea typeface="ＭＳ ゴシック"/>
                          <a:cs typeface="+mn-cs"/>
                        </a:rPr>
                        <a:t>0.5</a:t>
                      </a:r>
                      <a:endParaRPr kumimoji="1" lang="ja-JP" altLang="en-US" sz="2000" b="0" i="0" u="none" strike="noStrike" kern="1200" cap="none" spc="0" normalizeH="0" baseline="0" noProof="0" dirty="0">
                        <a:ln>
                          <a:noFill/>
                        </a:ln>
                        <a:solidFill>
                          <a:prstClr val="black"/>
                        </a:solidFill>
                        <a:effectLst/>
                        <a:uLnTx/>
                        <a:uFillTx/>
                        <a:latin typeface="Arial"/>
                        <a:ea typeface="ＭＳ ゴシック"/>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p:sp>
        <p:nvSpPr>
          <p:cNvPr id="10" name="正方形/長方形 9">
            <a:extLst>
              <a:ext uri="{FF2B5EF4-FFF2-40B4-BE49-F238E27FC236}">
                <a16:creationId xmlns:a16="http://schemas.microsoft.com/office/drawing/2014/main" id="{BEF2E065-A600-4BFA-A3A6-5EE7D8A9A6BA}"/>
              </a:ext>
            </a:extLst>
          </p:cNvPr>
          <p:cNvSpPr/>
          <p:nvPr/>
        </p:nvSpPr>
        <p:spPr>
          <a:xfrm>
            <a:off x="212650" y="5457825"/>
            <a:ext cx="8428984" cy="526766"/>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EFD45EA4-8D66-421A-A843-77824E6EACF4}"/>
              </a:ext>
            </a:extLst>
          </p:cNvPr>
          <p:cNvSpPr/>
          <p:nvPr/>
        </p:nvSpPr>
        <p:spPr>
          <a:xfrm>
            <a:off x="357507" y="3876982"/>
            <a:ext cx="8428984" cy="1152000"/>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F0821C8-34F6-4B09-AF7A-54FE07C78AE1}"/>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9" name="テキスト ボックス 8">
                <a:extLst>
                  <a:ext uri="{FF2B5EF4-FFF2-40B4-BE49-F238E27FC236}">
                    <a16:creationId xmlns:a16="http://schemas.microsoft.com/office/drawing/2014/main" id="{4F0821C8-34F6-4B09-AF7A-54FE07C78AE1}"/>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CE7FC713-D8E8-4EA2-8FFD-09C9CE70DAF0}"/>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3777963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82EC8-8071-4C2D-A264-B44F13A2707D}"/>
              </a:ext>
            </a:extLst>
          </p:cNvPr>
          <p:cNvSpPr>
            <a:spLocks noGrp="1"/>
          </p:cNvSpPr>
          <p:nvPr>
            <p:ph type="title"/>
          </p:nvPr>
        </p:nvSpPr>
        <p:spPr/>
        <p:txBody>
          <a:bodyPr/>
          <a:lstStyle/>
          <a:p>
            <a:r>
              <a:rPr kumimoji="1" lang="ja-JP" altLang="en-US" dirty="0"/>
              <a:t>実験手順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1253BCD3-3CDC-4724-B27A-EDE21E6F172E}"/>
              </a:ext>
            </a:extLst>
          </p:cNvPr>
          <p:cNvSpPr>
            <a:spLocks noGrp="1"/>
          </p:cNvSpPr>
          <p:nvPr>
            <p:ph idx="1"/>
          </p:nvPr>
        </p:nvSpPr>
        <p:spPr/>
        <p:txBody>
          <a:bodyPr/>
          <a:lstStyle/>
          <a:p>
            <a:pPr marL="514350" indent="-514350">
              <a:buFont typeface="+mj-lt"/>
              <a:buAutoNum type="arabicPeriod" startAt="3"/>
            </a:pPr>
            <a:r>
              <a:rPr lang="ja-JP" altLang="en-US" dirty="0"/>
              <a:t>評価が高いコード間の類似度を調査</a:t>
            </a:r>
            <a:endParaRPr lang="en-US" altLang="ja-JP" dirty="0"/>
          </a:p>
          <a:p>
            <a:pPr lvl="1"/>
            <a:r>
              <a:rPr lang="ja-JP" altLang="en-US" dirty="0"/>
              <a:t>可読性が高いコード毎に一致率を算出</a:t>
            </a:r>
          </a:p>
        </p:txBody>
      </p:sp>
      <p:sp>
        <p:nvSpPr>
          <p:cNvPr id="4" name="スライド番号プレースホルダー 3">
            <a:extLst>
              <a:ext uri="{FF2B5EF4-FFF2-40B4-BE49-F238E27FC236}">
                <a16:creationId xmlns:a16="http://schemas.microsoft.com/office/drawing/2014/main" id="{A29C96DF-A4FD-4006-859E-E8F44D65E862}"/>
              </a:ext>
            </a:extLst>
          </p:cNvPr>
          <p:cNvSpPr>
            <a:spLocks noGrp="1"/>
          </p:cNvSpPr>
          <p:nvPr>
            <p:ph type="sldNum" sz="quarter" idx="4"/>
          </p:nvPr>
        </p:nvSpPr>
        <p:spPr/>
        <p:txBody>
          <a:bodyPr/>
          <a:lstStyle/>
          <a:p>
            <a:fld id="{3D1E95EC-FA06-447C-B439-F51D604829FB}" type="slidenum">
              <a:rPr kumimoji="1" lang="ja-JP" altLang="en-US" smtClean="0"/>
              <a:pPr/>
              <a:t>46</a:t>
            </a:fld>
            <a:endParaRPr kumimoji="1" lang="ja-JP" altLang="en-US" dirty="0"/>
          </a:p>
        </p:txBody>
      </p:sp>
      <p:graphicFrame>
        <p:nvGraphicFramePr>
          <p:cNvPr id="7" name="表 7">
            <a:extLst>
              <a:ext uri="{FF2B5EF4-FFF2-40B4-BE49-F238E27FC236}">
                <a16:creationId xmlns:a16="http://schemas.microsoft.com/office/drawing/2014/main" id="{165DE271-FA0C-42BB-BBE2-DA9B1A12E8D0}"/>
              </a:ext>
            </a:extLst>
          </p:cNvPr>
          <p:cNvGraphicFramePr>
            <a:graphicFrameLocks/>
          </p:cNvGraphicFramePr>
          <p:nvPr/>
        </p:nvGraphicFramePr>
        <p:xfrm>
          <a:off x="557211" y="3456038"/>
          <a:ext cx="8029578" cy="2773680"/>
        </p:xfrm>
        <a:graphic>
          <a:graphicData uri="http://schemas.openxmlformats.org/drawingml/2006/table">
            <a:tbl>
              <a:tblPr firstRow="1" bandRow="1">
                <a:tableStyleId>{5940675A-B579-460E-94D1-54222C63F5DA}</a:tableStyleId>
              </a:tblPr>
              <a:tblGrid>
                <a:gridCol w="1170435">
                  <a:extLst>
                    <a:ext uri="{9D8B030D-6E8A-4147-A177-3AD203B41FA5}">
                      <a16:colId xmlns:a16="http://schemas.microsoft.com/office/drawing/2014/main" val="1166603606"/>
                    </a:ext>
                  </a:extLst>
                </a:gridCol>
                <a:gridCol w="1170435">
                  <a:extLst>
                    <a:ext uri="{9D8B030D-6E8A-4147-A177-3AD203B41FA5}">
                      <a16:colId xmlns:a16="http://schemas.microsoft.com/office/drawing/2014/main" val="3878047084"/>
                    </a:ext>
                  </a:extLst>
                </a:gridCol>
                <a:gridCol w="1170435">
                  <a:extLst>
                    <a:ext uri="{9D8B030D-6E8A-4147-A177-3AD203B41FA5}">
                      <a16:colId xmlns:a16="http://schemas.microsoft.com/office/drawing/2014/main" val="2503589892"/>
                    </a:ext>
                  </a:extLst>
                </a:gridCol>
                <a:gridCol w="1170435">
                  <a:extLst>
                    <a:ext uri="{9D8B030D-6E8A-4147-A177-3AD203B41FA5}">
                      <a16:colId xmlns:a16="http://schemas.microsoft.com/office/drawing/2014/main" val="1519973155"/>
                    </a:ext>
                  </a:extLst>
                </a:gridCol>
                <a:gridCol w="1115946">
                  <a:extLst>
                    <a:ext uri="{9D8B030D-6E8A-4147-A177-3AD203B41FA5}">
                      <a16:colId xmlns:a16="http://schemas.microsoft.com/office/drawing/2014/main" val="3636985152"/>
                    </a:ext>
                  </a:extLst>
                </a:gridCol>
                <a:gridCol w="1115946">
                  <a:extLst>
                    <a:ext uri="{9D8B030D-6E8A-4147-A177-3AD203B41FA5}">
                      <a16:colId xmlns:a16="http://schemas.microsoft.com/office/drawing/2014/main" val="195963900"/>
                    </a:ext>
                  </a:extLst>
                </a:gridCol>
                <a:gridCol w="1115946">
                  <a:extLst>
                    <a:ext uri="{9D8B030D-6E8A-4147-A177-3AD203B41FA5}">
                      <a16:colId xmlns:a16="http://schemas.microsoft.com/office/drawing/2014/main" val="1496400496"/>
                    </a:ext>
                  </a:extLst>
                </a:gridCol>
              </a:tblGrid>
              <a:tr h="393065">
                <a:tc>
                  <a:txBody>
                    <a:bodyPr/>
                    <a:lstStyle/>
                    <a:p>
                      <a:pPr algn="ct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t>コード</a:t>
                      </a:r>
                      <a:r>
                        <a:rPr kumimoji="1" lang="en-US" altLang="ja-JP" sz="2000" dirty="0"/>
                        <a:t>2</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ja-JP" altLang="en-US" sz="2000" dirty="0">
                          <a:solidFill>
                            <a:schemeClr val="tx1"/>
                          </a:solidFill>
                        </a:rPr>
                        <a:t>一致率</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2535726"/>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1</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t>0.64</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i="0" u="none" dirty="0">
                          <a:ln w="19050">
                            <a:solidFill>
                              <a:sysClr val="windowText" lastClr="000000"/>
                            </a:solidFill>
                          </a:ln>
                          <a:solidFill>
                            <a:schemeClr val="tx1"/>
                          </a:solidFill>
                          <a:effectLst/>
                        </a:rPr>
                        <a:t>0.90</a:t>
                      </a:r>
                      <a:endParaRPr kumimoji="1" lang="ja-JP" altLang="en-US" sz="2000" i="0" u="none" dirty="0">
                        <a:ln w="19050">
                          <a:solidFill>
                            <a:sysClr val="windowText" lastClr="000000"/>
                          </a:solidFill>
                        </a:ln>
                        <a:solidFill>
                          <a:schemeClr val="tx1"/>
                        </a:solidFill>
                        <a:effectLst/>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0.48</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ln w="19050">
                            <a:solidFill>
                              <a:sysClr val="windowText" lastClr="000000"/>
                            </a:solidFill>
                          </a:ln>
                          <a:solidFill>
                            <a:schemeClr val="tx1"/>
                          </a:solidFill>
                        </a:rPr>
                        <a:t>0.85</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t>0.5</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3042473"/>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en-US" altLang="ja-JP"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180385"/>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3</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ln w="19050">
                            <a:solidFill>
                              <a:sysClr val="windowText" lastClr="000000"/>
                            </a:solidFill>
                          </a:ln>
                          <a:solidFill>
                            <a:schemeClr val="tx1"/>
                          </a:solidFill>
                        </a:rPr>
                        <a:t>0.90</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0.47</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ln w="19050">
                            <a:solidFill>
                              <a:sysClr val="windowText" lastClr="000000"/>
                            </a:solidFill>
                          </a:ln>
                          <a:solidFill>
                            <a:schemeClr val="tx1"/>
                          </a:solidFill>
                        </a:rPr>
                        <a:t>0.97</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solidFill>
                            <a:schemeClr val="tx1"/>
                          </a:solidFill>
                        </a:rPr>
                        <a:t>0.41</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t>1.0</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085541"/>
                  </a:ext>
                </a:extLst>
              </a:tr>
              <a:tr h="393065">
                <a:tc>
                  <a:txBody>
                    <a:bodyPr/>
                    <a:lstStyle/>
                    <a:p>
                      <a:pPr algn="ctr"/>
                      <a:r>
                        <a:rPr kumimoji="1" lang="ja-JP" altLang="en-US" sz="2000" dirty="0">
                          <a:solidFill>
                            <a:srgbClr val="FF0000"/>
                          </a:solidFill>
                        </a:rPr>
                        <a:t>コード</a:t>
                      </a:r>
                      <a:r>
                        <a:rPr kumimoji="1" lang="en-US" altLang="ja-JP" sz="2000" dirty="0">
                          <a:solidFill>
                            <a:srgbClr val="FF0000"/>
                          </a:solidFill>
                        </a:rPr>
                        <a:t>4</a:t>
                      </a:r>
                      <a:endParaRPr kumimoji="1" lang="ja-JP" altLang="en-US" sz="2000" dirty="0">
                        <a:solidFill>
                          <a:srgbClr val="FF0000"/>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solidFill>
                            <a:schemeClr val="tx1"/>
                          </a:solidFill>
                        </a:rPr>
                        <a:t>0.64</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r>
                        <a:rPr kumimoji="1" lang="en-US" altLang="ja-JP" sz="2000" dirty="0">
                          <a:ln w="19050">
                            <a:solidFill>
                              <a:sysClr val="windowText" lastClr="000000"/>
                            </a:solidFill>
                          </a:ln>
                          <a:solidFill>
                            <a:schemeClr val="tx1"/>
                          </a:solidFill>
                        </a:rPr>
                        <a:t>0.71</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r>
                        <a:rPr kumimoji="1" lang="en-US" altLang="ja-JP" sz="2000" dirty="0">
                          <a:ln w="19050">
                            <a:solidFill>
                              <a:sysClr val="windowText" lastClr="000000"/>
                            </a:solidFill>
                          </a:ln>
                          <a:solidFill>
                            <a:schemeClr val="tx1"/>
                          </a:solidFill>
                        </a:rPr>
                        <a:t>0.97</a:t>
                      </a:r>
                      <a:endParaRPr kumimoji="1" lang="ja-JP" altLang="en-US" sz="2000" dirty="0">
                        <a:ln w="19050">
                          <a:solidFill>
                            <a:sysClr val="windowText" lastClr="000000"/>
                          </a:solidFill>
                        </a:ln>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7171"/>
                    </a:solid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r>
                        <a:rPr kumimoji="1" lang="en-US" altLang="ja-JP" sz="2000" dirty="0">
                          <a:solidFill>
                            <a:schemeClr val="tx1"/>
                          </a:solidFill>
                        </a:rPr>
                        <a:t>0.42</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prstClr val="black"/>
                          </a:solidFill>
                          <a:effectLst/>
                          <a:uLnTx/>
                          <a:uFillTx/>
                          <a:latin typeface="Arial"/>
                          <a:ea typeface="ＭＳ ゴシック"/>
                          <a:cs typeface="+mn-cs"/>
                        </a:rPr>
                        <a:t>0.5</a:t>
                      </a:r>
                      <a:endParaRPr kumimoji="1" lang="ja-JP" altLang="en-US" sz="2000" b="0" i="0" u="none" strike="noStrike" kern="1200" cap="none" spc="0" normalizeH="0" baseline="0" noProof="0" dirty="0">
                        <a:ln>
                          <a:noFill/>
                        </a:ln>
                        <a:solidFill>
                          <a:prstClr val="black"/>
                        </a:solidFill>
                        <a:effectLst/>
                        <a:uLnTx/>
                        <a:uFillTx/>
                        <a:latin typeface="Arial"/>
                        <a:ea typeface="ＭＳ ゴシック"/>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41041"/>
                  </a:ext>
                </a:extLst>
              </a:tr>
              <a:tr h="393065">
                <a:tc>
                  <a:txBody>
                    <a:bodyPr/>
                    <a:lstStyle/>
                    <a:p>
                      <a:pPr algn="ctr"/>
                      <a:r>
                        <a:rPr kumimoji="1" lang="ja-JP" altLang="en-US" sz="2000" dirty="0">
                          <a:solidFill>
                            <a:schemeClr val="tx1"/>
                          </a:solidFill>
                        </a:rPr>
                        <a:t>コード</a:t>
                      </a:r>
                      <a:r>
                        <a:rPr kumimoji="1" lang="en-US" altLang="ja-JP" sz="2000" dirty="0">
                          <a:solidFill>
                            <a:schemeClr val="tx1"/>
                          </a:solidFill>
                        </a:rPr>
                        <a:t>5</a:t>
                      </a: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r"/>
                      <a:endParaRPr kumimoji="1" lang="ja-JP" altLang="en-US" sz="20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solidFill>
                        <a:schemeClr val="tx1"/>
                      </a:solidFill>
                      <a:prstDash val="solid"/>
                      <a:round/>
                      <a:headEnd type="none" w="med" len="med"/>
                      <a:tailEnd type="none" w="med" len="med"/>
                    </a:lnTlToBr>
                    <a:noFill/>
                  </a:tcPr>
                </a:tc>
                <a:tc>
                  <a:txBody>
                    <a:bodyPr/>
                    <a:lstStyle/>
                    <a:p>
                      <a:pPr algn="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7922342"/>
                  </a:ext>
                </a:extLst>
              </a:tr>
              <a:tr h="393065">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2000" dirty="0">
                        <a:solidFill>
                          <a:schemeClr val="tx1"/>
                        </a:solidFill>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tc>
                  <a:txBody>
                    <a:bodyPr/>
                    <a:lstStyle/>
                    <a:p>
                      <a:pPr algn="r"/>
                      <a:r>
                        <a:rPr kumimoji="1" lang="en-US" altLang="ja-JP" sz="2000" dirty="0"/>
                        <a:t>0.67</a:t>
                      </a:r>
                      <a:endParaRPr kumimoji="1" lang="ja-JP" altLang="en-US" sz="2000"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3810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369042148"/>
                  </a:ext>
                </a:extLst>
              </a:tr>
            </a:tbl>
          </a:graphicData>
        </a:graphic>
      </p:graphicFrame>
      <p:sp>
        <p:nvSpPr>
          <p:cNvPr id="8" name="正方形/長方形 7">
            <a:extLst>
              <a:ext uri="{FF2B5EF4-FFF2-40B4-BE49-F238E27FC236}">
                <a16:creationId xmlns:a16="http://schemas.microsoft.com/office/drawing/2014/main" id="{777ACDD8-CFEC-4653-A86B-F18EF9F13C26}"/>
              </a:ext>
            </a:extLst>
          </p:cNvPr>
          <p:cNvSpPr/>
          <p:nvPr/>
        </p:nvSpPr>
        <p:spPr>
          <a:xfrm>
            <a:off x="386082" y="3876675"/>
            <a:ext cx="7062468" cy="2164698"/>
          </a:xfrm>
          <a:prstGeom prst="rect">
            <a:avLst/>
          </a:prstGeom>
          <a:solidFill>
            <a:schemeClr val="lt1">
              <a:alpha val="7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762A77C-A8D3-4C15-AFD3-01E0EEA8622E}"/>
                  </a:ext>
                </a:extLst>
              </p:cNvPr>
              <p:cNvSpPr txBox="1"/>
              <p:nvPr/>
            </p:nvSpPr>
            <p:spPr>
              <a:xfrm>
                <a:off x="1676271" y="2011342"/>
                <a:ext cx="5022016" cy="64921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ja-JP" altLang="en-US" sz="2000" i="1" smtClean="0">
                          <a:latin typeface="Cambria Math" panose="02040503050406030204" pitchFamily="18" charset="0"/>
                          <a:ea typeface="+mj-ea"/>
                        </a:rPr>
                        <m:t>一致率</m:t>
                      </m:r>
                      <m:r>
                        <a:rPr kumimoji="1" lang="pt-BR" altLang="ja-JP" sz="2000" i="1" smtClean="0">
                          <a:latin typeface="Cambria Math" panose="02040503050406030204" pitchFamily="18" charset="0"/>
                          <a:ea typeface="Cambria Math" panose="02040503050406030204" pitchFamily="18" charset="0"/>
                        </a:rPr>
                        <m:t>=</m:t>
                      </m:r>
                      <m:f>
                        <m:fPr>
                          <m:ctrlPr>
                            <a:rPr kumimoji="1" lang="pt-BR" altLang="ja-JP" sz="2000" i="1" smtClean="0">
                              <a:latin typeface="Cambria Math" panose="02040503050406030204" pitchFamily="18" charset="0"/>
                            </a:rPr>
                          </m:ctrlPr>
                        </m:fPr>
                        <m:num>
                          <m:r>
                            <a:rPr kumimoji="1" lang="ja-JP" altLang="en-US" sz="2000" i="1">
                              <a:latin typeface="Cambria Math" panose="02040503050406030204" pitchFamily="18" charset="0"/>
                            </a:rPr>
                            <m:t>類似度かつ</m:t>
                          </m:r>
                          <m:r>
                            <a:rPr kumimoji="1" lang="ja-JP" altLang="en-US" sz="2000" i="1" smtClean="0">
                              <a:latin typeface="Cambria Math" panose="02040503050406030204" pitchFamily="18" charset="0"/>
                            </a:rPr>
                            <m:t>可読性が高いコード</m:t>
                          </m:r>
                          <m:r>
                            <a:rPr kumimoji="1" lang="ja-JP" altLang="en-US" sz="2000" i="1">
                              <a:latin typeface="Cambria Math" panose="02040503050406030204" pitchFamily="18" charset="0"/>
                            </a:rPr>
                            <m:t>数</m:t>
                          </m:r>
                        </m:num>
                        <m:den>
                          <m:r>
                            <a:rPr kumimoji="1" lang="ja-JP" altLang="en-US" sz="2000" i="1" smtClean="0">
                              <a:latin typeface="Cambria Math" panose="02040503050406030204" pitchFamily="18" charset="0"/>
                            </a:rPr>
                            <m:t>可読性が高いコード数</m:t>
                          </m:r>
                        </m:den>
                      </m:f>
                    </m:oMath>
                  </m:oMathPara>
                </a14:m>
                <a:endParaRPr kumimoji="1" lang="ja-JP" altLang="en-US" dirty="0"/>
              </a:p>
            </p:txBody>
          </p:sp>
        </mc:Choice>
        <mc:Fallback xmlns="">
          <p:sp>
            <p:nvSpPr>
              <p:cNvPr id="9" name="テキスト ボックス 8">
                <a:extLst>
                  <a:ext uri="{FF2B5EF4-FFF2-40B4-BE49-F238E27FC236}">
                    <a16:creationId xmlns:a16="http://schemas.microsoft.com/office/drawing/2014/main" id="{9762A77C-A8D3-4C15-AFD3-01E0EEA8622E}"/>
                  </a:ext>
                </a:extLst>
              </p:cNvPr>
              <p:cNvSpPr txBox="1">
                <a:spLocks noRot="1" noChangeAspect="1" noMove="1" noResize="1" noEditPoints="1" noAdjustHandles="1" noChangeArrowheads="1" noChangeShapeType="1" noTextEdit="1"/>
              </p:cNvSpPr>
              <p:nvPr/>
            </p:nvSpPr>
            <p:spPr>
              <a:xfrm>
                <a:off x="1676271" y="2011342"/>
                <a:ext cx="5022016" cy="649217"/>
              </a:xfrm>
              <a:prstGeom prst="rect">
                <a:avLst/>
              </a:prstGeom>
              <a:blipFill>
                <a:blip r:embed="rId2"/>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56E9551D-4F5F-4A50-86A9-A4697F3E29DA}"/>
              </a:ext>
            </a:extLst>
          </p:cNvPr>
          <p:cNvSpPr txBox="1"/>
          <p:nvPr/>
        </p:nvSpPr>
        <p:spPr>
          <a:xfrm>
            <a:off x="3453743" y="2974824"/>
            <a:ext cx="2236510" cy="400110"/>
          </a:xfrm>
          <a:prstGeom prst="rect">
            <a:avLst/>
          </a:prstGeom>
          <a:noFill/>
        </p:spPr>
        <p:txBody>
          <a:bodyPr wrap="none" rtlCol="0">
            <a:spAutoFit/>
          </a:bodyPr>
          <a:lstStyle/>
          <a:p>
            <a:pPr algn="ctr"/>
            <a:r>
              <a:rPr kumimoji="1" lang="ja-JP" altLang="en-US" sz="2000" dirty="0"/>
              <a:t>コード間の類似度</a:t>
            </a:r>
          </a:p>
        </p:txBody>
      </p:sp>
    </p:spTree>
    <p:extLst>
      <p:ext uri="{BB962C8B-B14F-4D97-AF65-F5344CB8AC3E}">
        <p14:creationId xmlns:p14="http://schemas.microsoft.com/office/powerpoint/2010/main" val="1401058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952F96-8FA4-4FFC-BBC2-67C713E329A4}"/>
              </a:ext>
            </a:extLst>
          </p:cNvPr>
          <p:cNvSpPr>
            <a:spLocks noGrp="1"/>
          </p:cNvSpPr>
          <p:nvPr>
            <p:ph type="title"/>
          </p:nvPr>
        </p:nvSpPr>
        <p:spPr/>
        <p:txBody>
          <a:bodyPr/>
          <a:lstStyle/>
          <a:p>
            <a:r>
              <a:rPr kumimoji="1" lang="ja-JP" altLang="en-US" dirty="0"/>
              <a:t>実験に対する結果と考察</a:t>
            </a:r>
          </a:p>
        </p:txBody>
      </p:sp>
      <p:sp>
        <p:nvSpPr>
          <p:cNvPr id="3" name="コンテンツ プレースホルダー 2">
            <a:extLst>
              <a:ext uri="{FF2B5EF4-FFF2-40B4-BE49-F238E27FC236}">
                <a16:creationId xmlns:a16="http://schemas.microsoft.com/office/drawing/2014/main" id="{A75FA16E-FC96-4892-8804-8B5E52B51FBB}"/>
              </a:ext>
            </a:extLst>
          </p:cNvPr>
          <p:cNvSpPr>
            <a:spLocks noGrp="1"/>
          </p:cNvSpPr>
          <p:nvPr>
            <p:ph idx="1"/>
          </p:nvPr>
        </p:nvSpPr>
        <p:spPr>
          <a:xfrm>
            <a:off x="0" y="816627"/>
            <a:ext cx="9144000" cy="5650848"/>
          </a:xfrm>
        </p:spPr>
        <p:txBody>
          <a:bodyPr>
            <a:normAutofit/>
          </a:bodyPr>
          <a:lstStyle/>
          <a:p>
            <a:r>
              <a:rPr lang="ja-JP" altLang="en-US" dirty="0"/>
              <a:t>結果</a:t>
            </a:r>
            <a:endParaRPr kumimoji="1" lang="en-US" altLang="ja-JP" dirty="0"/>
          </a:p>
          <a:p>
            <a:pPr lvl="1"/>
            <a:r>
              <a:rPr lang="ja-JP" altLang="en-US" dirty="0"/>
              <a:t>可読性が高いコード間の類似度を確認</a:t>
            </a:r>
            <a:endParaRPr lang="en-US" altLang="ja-JP" dirty="0"/>
          </a:p>
          <a:p>
            <a:pPr lvl="1"/>
            <a:endParaRPr kumimoji="1" lang="en-US" altLang="ja-JP" dirty="0"/>
          </a:p>
          <a:p>
            <a:pPr lvl="1"/>
            <a:endParaRPr lang="en-US" altLang="ja-JP" dirty="0"/>
          </a:p>
          <a:p>
            <a:pPr lvl="1"/>
            <a:endParaRPr kumimoji="1" lang="en-US" altLang="ja-JP" dirty="0"/>
          </a:p>
          <a:p>
            <a:pPr marL="457200" lvl="1" indent="0">
              <a:buNone/>
            </a:pPr>
            <a:endParaRPr lang="en-US" altLang="ja-JP" dirty="0"/>
          </a:p>
          <a:p>
            <a:pPr marL="457200" lvl="1" indent="0">
              <a:buNone/>
            </a:pPr>
            <a:endParaRPr kumimoji="1" lang="en-US" altLang="ja-JP" sz="300" dirty="0"/>
          </a:p>
          <a:p>
            <a:r>
              <a:rPr kumimoji="1" lang="ja-JP" altLang="en-US" dirty="0"/>
              <a:t>考察</a:t>
            </a:r>
            <a:endParaRPr kumimoji="1" lang="en-US" altLang="ja-JP" dirty="0"/>
          </a:p>
          <a:p>
            <a:pPr lvl="1"/>
            <a:r>
              <a:rPr lang="ja-JP" altLang="en-US" dirty="0"/>
              <a:t>短いコードが多いため類似度のばらつきが少ない</a:t>
            </a:r>
            <a:endParaRPr lang="en-US" altLang="ja-JP" dirty="0"/>
          </a:p>
          <a:p>
            <a:pPr lvl="1"/>
            <a:r>
              <a:rPr lang="ja-JP" altLang="en-US" dirty="0"/>
              <a:t>問題</a:t>
            </a:r>
            <a:r>
              <a:rPr lang="en-US" altLang="ja-JP" dirty="0"/>
              <a:t>2</a:t>
            </a:r>
            <a:r>
              <a:rPr lang="ja-JP" altLang="en-US" dirty="0"/>
              <a:t>は可読性の評価値が被験者によって異なるため</a:t>
            </a:r>
            <a:br>
              <a:rPr lang="en-US" altLang="ja-JP" dirty="0"/>
            </a:br>
            <a:r>
              <a:rPr lang="ja-JP" altLang="en-US" dirty="0"/>
              <a:t>一致率が低下</a:t>
            </a:r>
            <a:endParaRPr lang="en-US" altLang="ja-JP" dirty="0"/>
          </a:p>
        </p:txBody>
      </p:sp>
      <p:sp>
        <p:nvSpPr>
          <p:cNvPr id="4" name="スライド番号プレースホルダー 3">
            <a:extLst>
              <a:ext uri="{FF2B5EF4-FFF2-40B4-BE49-F238E27FC236}">
                <a16:creationId xmlns:a16="http://schemas.microsoft.com/office/drawing/2014/main" id="{F95903D6-4E9A-4995-9FA7-B6F4DE4490FF}"/>
              </a:ext>
            </a:extLst>
          </p:cNvPr>
          <p:cNvSpPr>
            <a:spLocks noGrp="1"/>
          </p:cNvSpPr>
          <p:nvPr>
            <p:ph type="sldNum" sz="quarter" idx="4"/>
          </p:nvPr>
        </p:nvSpPr>
        <p:spPr/>
        <p:txBody>
          <a:bodyPr/>
          <a:lstStyle/>
          <a:p>
            <a:fld id="{3D1E95EC-FA06-447C-B439-F51D604829FB}" type="slidenum">
              <a:rPr kumimoji="1" lang="ja-JP" altLang="en-US" smtClean="0"/>
              <a:pPr/>
              <a:t>47</a:t>
            </a:fld>
            <a:endParaRPr kumimoji="1" lang="ja-JP" altLang="en-US" dirty="0"/>
          </a:p>
        </p:txBody>
      </p:sp>
      <p:graphicFrame>
        <p:nvGraphicFramePr>
          <p:cNvPr id="5" name="表 6">
            <a:extLst>
              <a:ext uri="{FF2B5EF4-FFF2-40B4-BE49-F238E27FC236}">
                <a16:creationId xmlns:a16="http://schemas.microsoft.com/office/drawing/2014/main" id="{C0A9E9A9-6870-4F8A-B333-1239397407B2}"/>
              </a:ext>
            </a:extLst>
          </p:cNvPr>
          <p:cNvGraphicFramePr>
            <a:graphicFrameLocks noGrp="1"/>
          </p:cNvGraphicFramePr>
          <p:nvPr/>
        </p:nvGraphicFramePr>
        <p:xfrm>
          <a:off x="1745546" y="1905392"/>
          <a:ext cx="5652907" cy="1642879"/>
        </p:xfrm>
        <a:graphic>
          <a:graphicData uri="http://schemas.openxmlformats.org/drawingml/2006/table">
            <a:tbl>
              <a:tblPr firstRow="1" bandRow="1">
                <a:tableStyleId>{5940675A-B579-460E-94D1-54222C63F5DA}</a:tableStyleId>
              </a:tblPr>
              <a:tblGrid>
                <a:gridCol w="1314839">
                  <a:extLst>
                    <a:ext uri="{9D8B030D-6E8A-4147-A177-3AD203B41FA5}">
                      <a16:colId xmlns:a16="http://schemas.microsoft.com/office/drawing/2014/main" val="492103030"/>
                    </a:ext>
                  </a:extLst>
                </a:gridCol>
                <a:gridCol w="1359560">
                  <a:extLst>
                    <a:ext uri="{9D8B030D-6E8A-4147-A177-3AD203B41FA5}">
                      <a16:colId xmlns:a16="http://schemas.microsoft.com/office/drawing/2014/main" val="826473528"/>
                    </a:ext>
                  </a:extLst>
                </a:gridCol>
                <a:gridCol w="2978508">
                  <a:extLst>
                    <a:ext uri="{9D8B030D-6E8A-4147-A177-3AD203B41FA5}">
                      <a16:colId xmlns:a16="http://schemas.microsoft.com/office/drawing/2014/main" val="120172533"/>
                    </a:ext>
                  </a:extLst>
                </a:gridCol>
              </a:tblGrid>
              <a:tr h="415258">
                <a:tc>
                  <a:txBody>
                    <a:bodyPr/>
                    <a:lstStyle/>
                    <a:p>
                      <a:r>
                        <a:rPr kumimoji="1" lang="ja-JP" altLang="en-US" sz="2000" dirty="0"/>
                        <a:t>問題</a:t>
                      </a:r>
                    </a:p>
                  </a:txBody>
                  <a:tcPr anchor="ctr">
                    <a:lnL w="12700" cap="flat" cmpd="sng" algn="ctr">
                      <a:no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一致率</a:t>
                      </a:r>
                    </a:p>
                  </a:txBody>
                  <a:tcPr anchor="ctr">
                    <a:lnL w="12700" cmpd="sng">
                      <a:noFill/>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2000" dirty="0"/>
                        <a:t>可読性が高いコード数</a:t>
                      </a:r>
                    </a:p>
                  </a:txBody>
                  <a:tcPr anchor="ctr">
                    <a:lnL w="12700" cmpd="sng">
                      <a:noFill/>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8195453"/>
                  </a:ext>
                </a:extLst>
              </a:tr>
              <a:tr h="409207">
                <a:tc>
                  <a:txBody>
                    <a:bodyPr/>
                    <a:lstStyle/>
                    <a:p>
                      <a:r>
                        <a:rPr kumimoji="1" lang="ja-JP" altLang="en-US" sz="2000" dirty="0"/>
                        <a:t>問題</a:t>
                      </a:r>
                      <a:r>
                        <a:rPr kumimoji="1" lang="en-US" altLang="ja-JP" sz="2000" dirty="0"/>
                        <a:t>1</a:t>
                      </a:r>
                      <a:endParaRPr kumimoji="1" lang="ja-JP" altLang="en-US" sz="2000" dirty="0"/>
                    </a:p>
                  </a:txBody>
                  <a:tcPr anchor="ctr">
                    <a:lnL w="12700" cap="flat" cmpd="sng" algn="ctr">
                      <a:no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kumimoji="1" lang="en-US" altLang="ja-JP" sz="2000" dirty="0"/>
                        <a:t>0.83</a:t>
                      </a:r>
                      <a:endParaRPr kumimoji="1" lang="ja-JP" altLang="en-US" sz="2000" dirty="0"/>
                    </a:p>
                  </a:txBody>
                  <a:tcPr anchor="ctr">
                    <a:lnL w="12700" cmpd="sng">
                      <a:noFill/>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kumimoji="1" lang="en-US" altLang="ja-JP" sz="2000" dirty="0"/>
                        <a:t>7</a:t>
                      </a:r>
                      <a:endParaRPr kumimoji="1" lang="ja-JP" altLang="en-US" sz="2000" dirty="0"/>
                    </a:p>
                  </a:txBody>
                  <a:tcPr anchor="ctr">
                    <a:lnL w="12700" cmpd="sng">
                      <a:noFill/>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98872663"/>
                  </a:ext>
                </a:extLst>
              </a:tr>
              <a:tr h="409207">
                <a:tc>
                  <a:txBody>
                    <a:bodyPr/>
                    <a:lstStyle/>
                    <a:p>
                      <a:r>
                        <a:rPr kumimoji="1" lang="ja-JP" altLang="en-US" sz="2000" dirty="0"/>
                        <a:t>問題</a:t>
                      </a:r>
                      <a:r>
                        <a:rPr kumimoji="1" lang="en-US" altLang="ja-JP" sz="2000" dirty="0"/>
                        <a:t>2</a:t>
                      </a:r>
                      <a:endParaRPr kumimoji="1" lang="ja-JP" altLang="en-US" sz="2000" dirty="0"/>
                    </a:p>
                  </a:txBody>
                  <a:tcPr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kumimoji="1" lang="en-US" altLang="ja-JP" sz="2000" dirty="0"/>
                        <a:t>0.5</a:t>
                      </a:r>
                      <a:endParaRPr kumimoji="1" lang="ja-JP"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kumimoji="1" lang="en-US" altLang="ja-JP" sz="2000" dirty="0"/>
                        <a:t>3</a:t>
                      </a:r>
                      <a:endParaRPr kumimoji="1" lang="ja-JP"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86288799"/>
                  </a:ext>
                </a:extLst>
              </a:tr>
              <a:tr h="409207">
                <a:tc>
                  <a:txBody>
                    <a:bodyPr/>
                    <a:lstStyle/>
                    <a:p>
                      <a:r>
                        <a:rPr kumimoji="1" lang="ja-JP" altLang="en-US" sz="2000" dirty="0"/>
                        <a:t>問題</a:t>
                      </a:r>
                      <a:r>
                        <a:rPr kumimoji="1" lang="en-US" altLang="ja-JP" sz="2000" dirty="0"/>
                        <a:t>3</a:t>
                      </a:r>
                      <a:endParaRPr kumimoji="1" lang="ja-JP" altLang="en-US" sz="2000" dirty="0"/>
                    </a:p>
                  </a:txBody>
                  <a:tcPr anchor="ctr">
                    <a:lnL w="12700" cap="flat" cmpd="sng" algn="ctr">
                      <a:no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0.8</a:t>
                      </a:r>
                      <a:endParaRPr kumimoji="1" lang="ja-JP" altLang="en-US" sz="2000" dirty="0"/>
                    </a:p>
                  </a:txBody>
                  <a:tcPr anchor="ctr">
                    <a:lnL w="12700" cmpd="sng">
                      <a:noFill/>
                    </a:lnL>
                    <a:lnR w="12700" cap="flat" cmpd="sng" algn="ctr">
                      <a:no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2000" dirty="0"/>
                        <a:t>6</a:t>
                      </a:r>
                      <a:endParaRPr kumimoji="1" lang="ja-JP" altLang="en-US" sz="2000" dirty="0"/>
                    </a:p>
                  </a:txBody>
                  <a:tcPr anchor="ctr">
                    <a:lnL w="12700" cmpd="sng">
                      <a:noFill/>
                    </a:lnL>
                    <a:lnR w="12700" cap="flat" cmpd="sng" algn="ctr">
                      <a:no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5793991"/>
                  </a:ext>
                </a:extLst>
              </a:tr>
            </a:tbl>
          </a:graphicData>
        </a:graphic>
      </p:graphicFrame>
      <p:sp>
        <p:nvSpPr>
          <p:cNvPr id="6" name="角丸四角形 7">
            <a:extLst>
              <a:ext uri="{FF2B5EF4-FFF2-40B4-BE49-F238E27FC236}">
                <a16:creationId xmlns:a16="http://schemas.microsoft.com/office/drawing/2014/main" id="{89BAB4A8-83C8-4301-9F46-F57F88665EE6}"/>
              </a:ext>
            </a:extLst>
          </p:cNvPr>
          <p:cNvSpPr/>
          <p:nvPr/>
        </p:nvSpPr>
        <p:spPr>
          <a:xfrm>
            <a:off x="188164" y="5313663"/>
            <a:ext cx="8767669" cy="806030"/>
          </a:xfrm>
          <a:prstGeom prst="roundRect">
            <a:avLst/>
          </a:prstGeom>
          <a:solidFill>
            <a:srgbClr val="FF0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kumimoji="1" lang="ja-JP" altLang="en-US" sz="2800" spc="-150" dirty="0">
                <a:latin typeface="Arial" panose="020B0604020202020204" pitchFamily="34" charset="0"/>
                <a:ea typeface="ＭＳ ゴシック" panose="020B0609070205080204" pitchFamily="49" charset="-128"/>
                <a:cs typeface="Arial" panose="020B0604020202020204" pitchFamily="34" charset="0"/>
              </a:rPr>
              <a:t>評価値において可読性が高いコードとの類似度が有効</a:t>
            </a:r>
            <a:endParaRPr kumimoji="1" lang="en-US" altLang="ja-JP" sz="2800" spc="-150" dirty="0">
              <a:latin typeface="Arial" panose="020B0604020202020204" pitchFamily="34" charset="0"/>
              <a:ea typeface="ＭＳ ゴシック" panose="020B0609070205080204" pitchFamily="49" charset="-128"/>
              <a:cs typeface="Arial" panose="020B0604020202020204" pitchFamily="34" charset="0"/>
            </a:endParaRPr>
          </a:p>
        </p:txBody>
      </p:sp>
    </p:spTree>
    <p:extLst>
      <p:ext uri="{BB962C8B-B14F-4D97-AF65-F5344CB8AC3E}">
        <p14:creationId xmlns:p14="http://schemas.microsoft.com/office/powerpoint/2010/main" val="26045991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9C125B-A2AF-43D5-9205-840D7732FD32}"/>
              </a:ext>
            </a:extLst>
          </p:cNvPr>
          <p:cNvSpPr>
            <a:spLocks noGrp="1"/>
          </p:cNvSpPr>
          <p:nvPr>
            <p:ph type="title"/>
          </p:nvPr>
        </p:nvSpPr>
        <p:spPr/>
        <p:txBody>
          <a:bodyPr/>
          <a:lstStyle/>
          <a:p>
            <a:r>
              <a:rPr kumimoji="1" lang="ja-JP" altLang="en-US" dirty="0"/>
              <a:t>レーベンシュタイン距離</a:t>
            </a:r>
          </a:p>
        </p:txBody>
      </p:sp>
      <p:sp>
        <p:nvSpPr>
          <p:cNvPr id="3" name="コンテンツ プレースホルダー 2">
            <a:extLst>
              <a:ext uri="{FF2B5EF4-FFF2-40B4-BE49-F238E27FC236}">
                <a16:creationId xmlns:a16="http://schemas.microsoft.com/office/drawing/2014/main" id="{43537BB4-B6C2-4911-830F-6B55AC90530E}"/>
              </a:ext>
            </a:extLst>
          </p:cNvPr>
          <p:cNvSpPr>
            <a:spLocks noGrp="1"/>
          </p:cNvSpPr>
          <p:nvPr>
            <p:ph idx="1"/>
          </p:nvPr>
        </p:nvSpPr>
        <p:spPr/>
        <p:txBody>
          <a:bodyPr/>
          <a:lstStyle/>
          <a:p>
            <a:r>
              <a:rPr kumimoji="1" lang="ja-JP" altLang="en-US" dirty="0"/>
              <a:t>文字列全体を目的の文字列に置き換えるために</a:t>
            </a:r>
            <a:br>
              <a:rPr kumimoji="1" lang="en-US" altLang="ja-JP" dirty="0"/>
            </a:br>
            <a:r>
              <a:rPr kumimoji="1" lang="ja-JP" altLang="en-US" dirty="0"/>
              <a:t>必要な最小距離</a:t>
            </a:r>
            <a:endParaRPr kumimoji="1" lang="en-US" altLang="ja-JP" dirty="0"/>
          </a:p>
          <a:p>
            <a:pPr lvl="1"/>
            <a:r>
              <a:rPr kumimoji="1" lang="ja-JP" altLang="en-US" dirty="0"/>
              <a:t>文字列の編集における文字の挿入・削除・置換を距離</a:t>
            </a:r>
            <a:r>
              <a:rPr kumimoji="1" lang="en-US" altLang="ja-JP" dirty="0"/>
              <a:t>1</a:t>
            </a:r>
          </a:p>
          <a:p>
            <a:r>
              <a:rPr lang="ja-JP" altLang="en-US" dirty="0"/>
              <a:t>文字列の類似度を測定する際に使用</a:t>
            </a:r>
            <a:endParaRPr kumimoji="1" lang="ja-JP" altLang="en-US" dirty="0"/>
          </a:p>
        </p:txBody>
      </p:sp>
      <p:sp>
        <p:nvSpPr>
          <p:cNvPr id="4" name="スライド番号プレースホルダー 3">
            <a:extLst>
              <a:ext uri="{FF2B5EF4-FFF2-40B4-BE49-F238E27FC236}">
                <a16:creationId xmlns:a16="http://schemas.microsoft.com/office/drawing/2014/main" id="{F4E39468-FE67-491A-9362-1070A201A9A0}"/>
              </a:ext>
            </a:extLst>
          </p:cNvPr>
          <p:cNvSpPr>
            <a:spLocks noGrp="1"/>
          </p:cNvSpPr>
          <p:nvPr>
            <p:ph type="sldNum" sz="quarter" idx="4"/>
          </p:nvPr>
        </p:nvSpPr>
        <p:spPr/>
        <p:txBody>
          <a:bodyPr/>
          <a:lstStyle/>
          <a:p>
            <a:fld id="{3D1E95EC-FA06-447C-B439-F51D604829FB}" type="slidenum">
              <a:rPr kumimoji="1" lang="ja-JP" altLang="en-US" smtClean="0"/>
              <a:pPr/>
              <a:t>48</a:t>
            </a:fld>
            <a:endParaRPr kumimoji="1" lang="ja-JP" altLang="en-US" dirty="0"/>
          </a:p>
        </p:txBody>
      </p:sp>
      <p:sp>
        <p:nvSpPr>
          <p:cNvPr id="5" name="テキスト ボックス 4">
            <a:extLst>
              <a:ext uri="{FF2B5EF4-FFF2-40B4-BE49-F238E27FC236}">
                <a16:creationId xmlns:a16="http://schemas.microsoft.com/office/drawing/2014/main" id="{E936DC7C-E383-4B6D-86AE-BB5AE942ECA6}"/>
              </a:ext>
            </a:extLst>
          </p:cNvPr>
          <p:cNvSpPr txBox="1"/>
          <p:nvPr/>
        </p:nvSpPr>
        <p:spPr>
          <a:xfrm>
            <a:off x="2625209" y="3016221"/>
            <a:ext cx="1170041" cy="461665"/>
          </a:xfrm>
          <a:prstGeom prst="rect">
            <a:avLst/>
          </a:prstGeom>
          <a:noFill/>
        </p:spPr>
        <p:txBody>
          <a:bodyPr wrap="square" rtlCol="0">
            <a:spAutoFit/>
          </a:bodyPr>
          <a:lstStyle/>
          <a:p>
            <a:pPr algn="l"/>
            <a:r>
              <a:rPr kumimoji="1" lang="ja-JP" altLang="en-US" sz="2400" dirty="0"/>
              <a:t>がんぐ</a:t>
            </a:r>
          </a:p>
        </p:txBody>
      </p:sp>
      <p:cxnSp>
        <p:nvCxnSpPr>
          <p:cNvPr id="7" name="直線矢印コネクタ 6">
            <a:extLst>
              <a:ext uri="{FF2B5EF4-FFF2-40B4-BE49-F238E27FC236}">
                <a16:creationId xmlns:a16="http://schemas.microsoft.com/office/drawing/2014/main" id="{01B08D22-35EC-45E6-A439-0EC048088CED}"/>
              </a:ext>
            </a:extLst>
          </p:cNvPr>
          <p:cNvCxnSpPr/>
          <p:nvPr/>
        </p:nvCxnSpPr>
        <p:spPr>
          <a:xfrm>
            <a:off x="4080387" y="3247054"/>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 name="テキスト ボックス 7">
            <a:extLst>
              <a:ext uri="{FF2B5EF4-FFF2-40B4-BE49-F238E27FC236}">
                <a16:creationId xmlns:a16="http://schemas.microsoft.com/office/drawing/2014/main" id="{498E36BD-546F-4092-89AC-CC362766FEF0}"/>
              </a:ext>
            </a:extLst>
          </p:cNvPr>
          <p:cNvSpPr txBox="1"/>
          <p:nvPr/>
        </p:nvSpPr>
        <p:spPr>
          <a:xfrm>
            <a:off x="5397911" y="3016221"/>
            <a:ext cx="1435510" cy="461665"/>
          </a:xfrm>
          <a:prstGeom prst="rect">
            <a:avLst/>
          </a:prstGeom>
          <a:noFill/>
        </p:spPr>
        <p:txBody>
          <a:bodyPr wrap="square" rtlCol="0">
            <a:spAutoFit/>
          </a:bodyPr>
          <a:lstStyle/>
          <a:p>
            <a:pPr algn="l"/>
            <a:r>
              <a:rPr kumimoji="1" lang="ja-JP" altLang="en-US" sz="2400" dirty="0"/>
              <a:t>どんぐり</a:t>
            </a:r>
          </a:p>
        </p:txBody>
      </p:sp>
      <p:sp>
        <p:nvSpPr>
          <p:cNvPr id="9" name="四角形: 角を丸くする 8">
            <a:extLst>
              <a:ext uri="{FF2B5EF4-FFF2-40B4-BE49-F238E27FC236}">
                <a16:creationId xmlns:a16="http://schemas.microsoft.com/office/drawing/2014/main" id="{4C2CB78D-7B1D-4C39-8B74-0757DE3F665E}"/>
              </a:ext>
            </a:extLst>
          </p:cNvPr>
          <p:cNvSpPr/>
          <p:nvPr/>
        </p:nvSpPr>
        <p:spPr>
          <a:xfrm>
            <a:off x="809330" y="4054268"/>
            <a:ext cx="7518593" cy="1481294"/>
          </a:xfrm>
          <a:prstGeom prst="roundRect">
            <a:avLst/>
          </a:prstGeom>
          <a:solidFill>
            <a:schemeClr val="accent1">
              <a:lumMod val="60000"/>
              <a:lumOff val="4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二等辺三角形 9">
            <a:extLst>
              <a:ext uri="{FF2B5EF4-FFF2-40B4-BE49-F238E27FC236}">
                <a16:creationId xmlns:a16="http://schemas.microsoft.com/office/drawing/2014/main" id="{7A012694-0114-4CB5-B347-1C39DC222C19}"/>
              </a:ext>
            </a:extLst>
          </p:cNvPr>
          <p:cNvSpPr/>
          <p:nvPr/>
        </p:nvSpPr>
        <p:spPr>
          <a:xfrm>
            <a:off x="4033684" y="3568822"/>
            <a:ext cx="1076631" cy="485445"/>
          </a:xfrm>
          <a:prstGeom prst="triangle">
            <a:avLst/>
          </a:prstGeom>
          <a:solidFill>
            <a:schemeClr val="accent1">
              <a:lumMod val="60000"/>
              <a:lumOff val="4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FB06D47B-8C46-4223-A458-F1A77F38DB16}"/>
              </a:ext>
            </a:extLst>
          </p:cNvPr>
          <p:cNvSpPr txBox="1"/>
          <p:nvPr/>
        </p:nvSpPr>
        <p:spPr>
          <a:xfrm>
            <a:off x="1162664" y="4551992"/>
            <a:ext cx="1184788" cy="461665"/>
          </a:xfrm>
          <a:prstGeom prst="rect">
            <a:avLst/>
          </a:prstGeom>
          <a:noFill/>
        </p:spPr>
        <p:txBody>
          <a:bodyPr wrap="square" rtlCol="0">
            <a:spAutoFit/>
          </a:bodyPr>
          <a:lstStyle/>
          <a:p>
            <a:pPr algn="l"/>
            <a:r>
              <a:rPr kumimoji="1" lang="ja-JP" altLang="en-US" sz="2400" dirty="0"/>
              <a:t>がんぐ</a:t>
            </a:r>
          </a:p>
        </p:txBody>
      </p:sp>
      <p:cxnSp>
        <p:nvCxnSpPr>
          <p:cNvPr id="12" name="直線矢印コネクタ 11">
            <a:extLst>
              <a:ext uri="{FF2B5EF4-FFF2-40B4-BE49-F238E27FC236}">
                <a16:creationId xmlns:a16="http://schemas.microsoft.com/office/drawing/2014/main" id="{81D6750E-ECDE-4AD7-BEC3-EB47AC71A181}"/>
              </a:ext>
            </a:extLst>
          </p:cNvPr>
          <p:cNvCxnSpPr/>
          <p:nvPr/>
        </p:nvCxnSpPr>
        <p:spPr>
          <a:xfrm>
            <a:off x="2620295" y="4782824"/>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テキスト ボックス 12">
            <a:extLst>
              <a:ext uri="{FF2B5EF4-FFF2-40B4-BE49-F238E27FC236}">
                <a16:creationId xmlns:a16="http://schemas.microsoft.com/office/drawing/2014/main" id="{389D0ACE-03B5-4DD9-BF1F-CF1B4322F3E1}"/>
              </a:ext>
            </a:extLst>
          </p:cNvPr>
          <p:cNvSpPr txBox="1"/>
          <p:nvPr/>
        </p:nvSpPr>
        <p:spPr>
          <a:xfrm>
            <a:off x="3976232" y="4551992"/>
            <a:ext cx="1184788" cy="461665"/>
          </a:xfrm>
          <a:prstGeom prst="rect">
            <a:avLst/>
          </a:prstGeom>
          <a:noFill/>
        </p:spPr>
        <p:txBody>
          <a:bodyPr wrap="square" rtlCol="0">
            <a:spAutoFit/>
          </a:bodyPr>
          <a:lstStyle/>
          <a:p>
            <a:pPr algn="ctr"/>
            <a:r>
              <a:rPr kumimoji="1" lang="ja-JP" altLang="en-US" sz="2400" dirty="0">
                <a:solidFill>
                  <a:srgbClr val="FF0000"/>
                </a:solidFill>
              </a:rPr>
              <a:t>ど</a:t>
            </a:r>
            <a:r>
              <a:rPr kumimoji="1" lang="ja-JP" altLang="en-US" sz="2400" dirty="0"/>
              <a:t>んぐ</a:t>
            </a:r>
          </a:p>
        </p:txBody>
      </p:sp>
      <p:cxnSp>
        <p:nvCxnSpPr>
          <p:cNvPr id="14" name="直線矢印コネクタ 13">
            <a:extLst>
              <a:ext uri="{FF2B5EF4-FFF2-40B4-BE49-F238E27FC236}">
                <a16:creationId xmlns:a16="http://schemas.microsoft.com/office/drawing/2014/main" id="{B2B40E48-6BAD-4290-A423-06BD8A66C20A}"/>
              </a:ext>
            </a:extLst>
          </p:cNvPr>
          <p:cNvCxnSpPr/>
          <p:nvPr/>
        </p:nvCxnSpPr>
        <p:spPr>
          <a:xfrm>
            <a:off x="5515896" y="4782824"/>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5" name="テキスト ボックス 14">
            <a:extLst>
              <a:ext uri="{FF2B5EF4-FFF2-40B4-BE49-F238E27FC236}">
                <a16:creationId xmlns:a16="http://schemas.microsoft.com/office/drawing/2014/main" id="{218E83C5-D648-416A-ADCF-E72E62513891}"/>
              </a:ext>
            </a:extLst>
          </p:cNvPr>
          <p:cNvSpPr txBox="1"/>
          <p:nvPr/>
        </p:nvSpPr>
        <p:spPr>
          <a:xfrm>
            <a:off x="6730178" y="4551992"/>
            <a:ext cx="1435510" cy="461665"/>
          </a:xfrm>
          <a:prstGeom prst="rect">
            <a:avLst/>
          </a:prstGeom>
          <a:noFill/>
        </p:spPr>
        <p:txBody>
          <a:bodyPr wrap="square" rtlCol="0">
            <a:spAutoFit/>
          </a:bodyPr>
          <a:lstStyle/>
          <a:p>
            <a:pPr algn="l"/>
            <a:r>
              <a:rPr kumimoji="1" lang="ja-JP" altLang="en-US" sz="2400" dirty="0"/>
              <a:t>どんぐ</a:t>
            </a:r>
            <a:r>
              <a:rPr kumimoji="1" lang="ja-JP" altLang="en-US" sz="2400" dirty="0">
                <a:solidFill>
                  <a:srgbClr val="FF0000"/>
                </a:solidFill>
              </a:rPr>
              <a:t>り</a:t>
            </a:r>
          </a:p>
        </p:txBody>
      </p:sp>
      <p:sp>
        <p:nvSpPr>
          <p:cNvPr id="18" name="テキスト ボックス 17">
            <a:extLst>
              <a:ext uri="{FF2B5EF4-FFF2-40B4-BE49-F238E27FC236}">
                <a16:creationId xmlns:a16="http://schemas.microsoft.com/office/drawing/2014/main" id="{9EE1714E-7419-4C64-9CBC-78B9D27A36E6}"/>
              </a:ext>
            </a:extLst>
          </p:cNvPr>
          <p:cNvSpPr txBox="1"/>
          <p:nvPr/>
        </p:nvSpPr>
        <p:spPr>
          <a:xfrm>
            <a:off x="2541952" y="5711875"/>
            <a:ext cx="4053348" cy="461665"/>
          </a:xfrm>
          <a:prstGeom prst="rect">
            <a:avLst/>
          </a:prstGeom>
          <a:noFill/>
        </p:spPr>
        <p:txBody>
          <a:bodyPr wrap="square" rtlCol="0">
            <a:spAutoFit/>
          </a:bodyPr>
          <a:lstStyle/>
          <a:p>
            <a:pPr algn="ctr"/>
            <a:r>
              <a:rPr kumimoji="1" lang="ja-JP" altLang="en-US" sz="2400" dirty="0"/>
              <a:t>レーベンシュタイン距離：</a:t>
            </a:r>
            <a:r>
              <a:rPr kumimoji="1" lang="en-US" altLang="ja-JP" sz="2400" dirty="0"/>
              <a:t>2</a:t>
            </a:r>
            <a:endParaRPr kumimoji="1" lang="ja-JP" altLang="en-US" sz="2400" dirty="0"/>
          </a:p>
        </p:txBody>
      </p:sp>
      <p:sp>
        <p:nvSpPr>
          <p:cNvPr id="19" name="テキスト ボックス 18">
            <a:extLst>
              <a:ext uri="{FF2B5EF4-FFF2-40B4-BE49-F238E27FC236}">
                <a16:creationId xmlns:a16="http://schemas.microsoft.com/office/drawing/2014/main" id="{5636464D-6E93-4041-A7A9-4DE6F04AA28B}"/>
              </a:ext>
            </a:extLst>
          </p:cNvPr>
          <p:cNvSpPr txBox="1"/>
          <p:nvPr/>
        </p:nvSpPr>
        <p:spPr>
          <a:xfrm>
            <a:off x="2764092" y="4959138"/>
            <a:ext cx="715298" cy="400110"/>
          </a:xfrm>
          <a:prstGeom prst="rect">
            <a:avLst/>
          </a:prstGeom>
          <a:noFill/>
        </p:spPr>
        <p:txBody>
          <a:bodyPr wrap="square" rtlCol="0">
            <a:spAutoFit/>
          </a:bodyPr>
          <a:lstStyle/>
          <a:p>
            <a:pPr algn="ctr"/>
            <a:r>
              <a:rPr kumimoji="1" lang="ja-JP" altLang="en-US" sz="2000" dirty="0"/>
              <a:t>置換</a:t>
            </a:r>
          </a:p>
        </p:txBody>
      </p:sp>
      <p:sp>
        <p:nvSpPr>
          <p:cNvPr id="20" name="テキスト ボックス 19">
            <a:extLst>
              <a:ext uri="{FF2B5EF4-FFF2-40B4-BE49-F238E27FC236}">
                <a16:creationId xmlns:a16="http://schemas.microsoft.com/office/drawing/2014/main" id="{654B2F44-DC45-4EED-8830-32B5A7CDF020}"/>
              </a:ext>
            </a:extLst>
          </p:cNvPr>
          <p:cNvSpPr txBox="1"/>
          <p:nvPr/>
        </p:nvSpPr>
        <p:spPr>
          <a:xfrm>
            <a:off x="5665836" y="4964178"/>
            <a:ext cx="715298" cy="400110"/>
          </a:xfrm>
          <a:prstGeom prst="rect">
            <a:avLst/>
          </a:prstGeom>
          <a:noFill/>
        </p:spPr>
        <p:txBody>
          <a:bodyPr wrap="square" rtlCol="0">
            <a:spAutoFit/>
          </a:bodyPr>
          <a:lstStyle/>
          <a:p>
            <a:pPr algn="ctr"/>
            <a:r>
              <a:rPr kumimoji="1" lang="ja-JP" altLang="en-US" sz="2000" dirty="0"/>
              <a:t>挿入</a:t>
            </a:r>
          </a:p>
        </p:txBody>
      </p:sp>
    </p:spTree>
    <p:extLst>
      <p:ext uri="{BB962C8B-B14F-4D97-AF65-F5344CB8AC3E}">
        <p14:creationId xmlns:p14="http://schemas.microsoft.com/office/powerpoint/2010/main" val="35079159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四角形: 角を丸くする 17">
            <a:extLst>
              <a:ext uri="{FF2B5EF4-FFF2-40B4-BE49-F238E27FC236}">
                <a16:creationId xmlns:a16="http://schemas.microsoft.com/office/drawing/2014/main" id="{C16C805D-7979-4802-9D73-6D05D320163A}"/>
              </a:ext>
            </a:extLst>
          </p:cNvPr>
          <p:cNvSpPr/>
          <p:nvPr/>
        </p:nvSpPr>
        <p:spPr>
          <a:xfrm>
            <a:off x="1504465" y="1454305"/>
            <a:ext cx="6184230" cy="2329756"/>
          </a:xfrm>
          <a:prstGeom prst="roundRect">
            <a:avLst/>
          </a:prstGeom>
          <a:solidFill>
            <a:schemeClr val="accent1">
              <a:lumMod val="60000"/>
              <a:lumOff val="4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四角形: 角を丸くする 16">
            <a:extLst>
              <a:ext uri="{FF2B5EF4-FFF2-40B4-BE49-F238E27FC236}">
                <a16:creationId xmlns:a16="http://schemas.microsoft.com/office/drawing/2014/main" id="{9AEEF184-704E-40DE-BD54-3C042F9FC2C5}"/>
              </a:ext>
            </a:extLst>
          </p:cNvPr>
          <p:cNvSpPr/>
          <p:nvPr/>
        </p:nvSpPr>
        <p:spPr>
          <a:xfrm>
            <a:off x="1504465" y="3990794"/>
            <a:ext cx="6184230" cy="2329756"/>
          </a:xfrm>
          <a:prstGeom prst="roundRect">
            <a:avLst/>
          </a:prstGeom>
          <a:solidFill>
            <a:schemeClr val="accent1">
              <a:lumMod val="60000"/>
              <a:lumOff val="4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AF77CC2A-146E-4349-90A3-246742F78CA1}"/>
              </a:ext>
            </a:extLst>
          </p:cNvPr>
          <p:cNvSpPr>
            <a:spLocks noGrp="1"/>
          </p:cNvSpPr>
          <p:nvPr>
            <p:ph type="title"/>
          </p:nvPr>
        </p:nvSpPr>
        <p:spPr/>
        <p:txBody>
          <a:bodyPr/>
          <a:lstStyle/>
          <a:p>
            <a:r>
              <a:rPr kumimoji="1" lang="ja-JP" altLang="en-US" dirty="0"/>
              <a:t>レーベンシュタイン距離の標準化</a:t>
            </a:r>
          </a:p>
        </p:txBody>
      </p:sp>
      <p:sp>
        <p:nvSpPr>
          <p:cNvPr id="3" name="コンテンツ プレースホルダー 2">
            <a:extLst>
              <a:ext uri="{FF2B5EF4-FFF2-40B4-BE49-F238E27FC236}">
                <a16:creationId xmlns:a16="http://schemas.microsoft.com/office/drawing/2014/main" id="{C6CC00AA-72CF-4AE3-8948-EE1C31E87969}"/>
              </a:ext>
            </a:extLst>
          </p:cNvPr>
          <p:cNvSpPr>
            <a:spLocks noGrp="1"/>
          </p:cNvSpPr>
          <p:nvPr>
            <p:ph idx="1"/>
          </p:nvPr>
        </p:nvSpPr>
        <p:spPr/>
        <p:txBody>
          <a:bodyPr/>
          <a:lstStyle/>
          <a:p>
            <a:r>
              <a:rPr kumimoji="1" lang="ja-JP" altLang="en-US" spc="-150" dirty="0"/>
              <a:t>レーベンシュタイン距離を長い方の文字列の長さで除算</a:t>
            </a:r>
          </a:p>
        </p:txBody>
      </p:sp>
      <p:sp>
        <p:nvSpPr>
          <p:cNvPr id="4" name="スライド番号プレースホルダー 3">
            <a:extLst>
              <a:ext uri="{FF2B5EF4-FFF2-40B4-BE49-F238E27FC236}">
                <a16:creationId xmlns:a16="http://schemas.microsoft.com/office/drawing/2014/main" id="{C6D62ABC-CC6A-4248-9490-7EC08F3C7457}"/>
              </a:ext>
            </a:extLst>
          </p:cNvPr>
          <p:cNvSpPr>
            <a:spLocks noGrp="1"/>
          </p:cNvSpPr>
          <p:nvPr>
            <p:ph type="sldNum" sz="quarter" idx="4"/>
          </p:nvPr>
        </p:nvSpPr>
        <p:spPr/>
        <p:txBody>
          <a:bodyPr/>
          <a:lstStyle/>
          <a:p>
            <a:fld id="{3D1E95EC-FA06-447C-B439-F51D604829FB}" type="slidenum">
              <a:rPr kumimoji="1" lang="ja-JP" altLang="en-US" smtClean="0"/>
              <a:pPr/>
              <a:t>49</a:t>
            </a:fld>
            <a:endParaRPr kumimoji="1" lang="ja-JP" altLang="en-US" dirty="0"/>
          </a:p>
        </p:txBody>
      </p:sp>
      <p:sp>
        <p:nvSpPr>
          <p:cNvPr id="5" name="テキスト ボックス 4">
            <a:extLst>
              <a:ext uri="{FF2B5EF4-FFF2-40B4-BE49-F238E27FC236}">
                <a16:creationId xmlns:a16="http://schemas.microsoft.com/office/drawing/2014/main" id="{4D050379-8DDC-42D6-9A52-C7CEB069B836}"/>
              </a:ext>
            </a:extLst>
          </p:cNvPr>
          <p:cNvSpPr txBox="1"/>
          <p:nvPr/>
        </p:nvSpPr>
        <p:spPr>
          <a:xfrm>
            <a:off x="2625209" y="1580710"/>
            <a:ext cx="1170041" cy="461665"/>
          </a:xfrm>
          <a:prstGeom prst="rect">
            <a:avLst/>
          </a:prstGeom>
          <a:noFill/>
        </p:spPr>
        <p:txBody>
          <a:bodyPr wrap="square" rtlCol="0">
            <a:spAutoFit/>
          </a:bodyPr>
          <a:lstStyle/>
          <a:p>
            <a:pPr algn="l"/>
            <a:r>
              <a:rPr kumimoji="1" lang="ja-JP" altLang="en-US" sz="2400" dirty="0"/>
              <a:t>がんぐ</a:t>
            </a:r>
          </a:p>
        </p:txBody>
      </p:sp>
      <p:cxnSp>
        <p:nvCxnSpPr>
          <p:cNvPr id="6" name="直線矢印コネクタ 5">
            <a:extLst>
              <a:ext uri="{FF2B5EF4-FFF2-40B4-BE49-F238E27FC236}">
                <a16:creationId xmlns:a16="http://schemas.microsoft.com/office/drawing/2014/main" id="{E6ADC95D-E517-4560-BFB4-D2D4074FD4D5}"/>
              </a:ext>
            </a:extLst>
          </p:cNvPr>
          <p:cNvCxnSpPr/>
          <p:nvPr/>
        </p:nvCxnSpPr>
        <p:spPr>
          <a:xfrm>
            <a:off x="4080387" y="1811543"/>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7" name="テキスト ボックス 6">
            <a:extLst>
              <a:ext uri="{FF2B5EF4-FFF2-40B4-BE49-F238E27FC236}">
                <a16:creationId xmlns:a16="http://schemas.microsoft.com/office/drawing/2014/main" id="{9D8A8545-6BAE-4E00-A80F-3765387439DB}"/>
              </a:ext>
            </a:extLst>
          </p:cNvPr>
          <p:cNvSpPr txBox="1"/>
          <p:nvPr/>
        </p:nvSpPr>
        <p:spPr>
          <a:xfrm>
            <a:off x="5397911" y="1580710"/>
            <a:ext cx="1435510" cy="461665"/>
          </a:xfrm>
          <a:prstGeom prst="rect">
            <a:avLst/>
          </a:prstGeom>
          <a:noFill/>
        </p:spPr>
        <p:txBody>
          <a:bodyPr wrap="square" rtlCol="0">
            <a:spAutoFit/>
          </a:bodyPr>
          <a:lstStyle/>
          <a:p>
            <a:pPr algn="l"/>
            <a:r>
              <a:rPr kumimoji="1" lang="ja-JP" altLang="en-US" sz="2400" dirty="0">
                <a:solidFill>
                  <a:srgbClr val="FF0000"/>
                </a:solidFill>
              </a:rPr>
              <a:t>ど</a:t>
            </a:r>
            <a:r>
              <a:rPr kumimoji="1" lang="ja-JP" altLang="en-US" sz="2400" dirty="0"/>
              <a:t>んぐ</a:t>
            </a:r>
            <a:r>
              <a:rPr kumimoji="1" lang="ja-JP" altLang="en-US" sz="2400" dirty="0">
                <a:solidFill>
                  <a:srgbClr val="FF0000"/>
                </a:solidFill>
              </a:rPr>
              <a:t>り</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5ECA1999-A4D5-4AE2-9191-66A84AA4ADBD}"/>
                  </a:ext>
                </a:extLst>
              </p:cNvPr>
              <p:cNvSpPr txBox="1"/>
              <p:nvPr/>
            </p:nvSpPr>
            <p:spPr>
              <a:xfrm>
                <a:off x="2150439" y="2196649"/>
                <a:ext cx="4843121"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m:rPr>
                              <m:nor/>
                            </m:rPr>
                            <a:rPr kumimoji="1" lang="ja-JP" altLang="en-US" sz="2400" dirty="0"/>
                            <m:t>レーベンシュタイン距離</m:t>
                          </m:r>
                        </m:num>
                        <m:den>
                          <m:r>
                            <a:rPr kumimoji="1" lang="ja-JP" altLang="en-US" sz="2400" i="1">
                              <a:latin typeface="Cambria Math" panose="02040503050406030204" pitchFamily="18" charset="0"/>
                            </a:rPr>
                            <m:t>長い方の文字列の</m:t>
                          </m:r>
                          <m:r>
                            <a:rPr kumimoji="1" lang="ja-JP" altLang="en-US" sz="2400" i="1" smtClean="0">
                              <a:latin typeface="Cambria Math" panose="02040503050406030204" pitchFamily="18" charset="0"/>
                            </a:rPr>
                            <m:t>長さ</m:t>
                          </m:r>
                        </m:den>
                      </m:f>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2</m:t>
                          </m:r>
                        </m:num>
                        <m:den>
                          <m:r>
                            <a:rPr kumimoji="1" lang="en-US" altLang="ja-JP" sz="2400" b="0" i="1" smtClean="0">
                              <a:latin typeface="Cambria Math" panose="02040503050406030204" pitchFamily="18" charset="0"/>
                            </a:rPr>
                            <m:t>4</m:t>
                          </m:r>
                        </m:den>
                      </m:f>
                      <m:r>
                        <a:rPr kumimoji="1" lang="en-US" altLang="ja-JP" sz="2400" b="0" i="1" smtClean="0">
                          <a:latin typeface="Cambria Math" panose="02040503050406030204" pitchFamily="18" charset="0"/>
                          <a:ea typeface="Cambria Math" panose="02040503050406030204" pitchFamily="18" charset="0"/>
                        </a:rPr>
                        <m:t>=0.5</m:t>
                      </m:r>
                    </m:oMath>
                  </m:oMathPara>
                </a14:m>
                <a:endParaRPr kumimoji="1" lang="ja-JP" altLang="en-US" sz="2400" dirty="0"/>
              </a:p>
            </p:txBody>
          </p:sp>
        </mc:Choice>
        <mc:Fallback xmlns="">
          <p:sp>
            <p:nvSpPr>
              <p:cNvPr id="11" name="テキスト ボックス 10">
                <a:extLst>
                  <a:ext uri="{FF2B5EF4-FFF2-40B4-BE49-F238E27FC236}">
                    <a16:creationId xmlns:a16="http://schemas.microsoft.com/office/drawing/2014/main" id="{5ECA1999-A4D5-4AE2-9191-66A84AA4ADBD}"/>
                  </a:ext>
                </a:extLst>
              </p:cNvPr>
              <p:cNvSpPr txBox="1">
                <a:spLocks noRot="1" noChangeAspect="1" noMove="1" noResize="1" noEditPoints="1" noAdjustHandles="1" noChangeArrowheads="1" noChangeShapeType="1" noTextEdit="1"/>
              </p:cNvSpPr>
              <p:nvPr/>
            </p:nvSpPr>
            <p:spPr>
              <a:xfrm>
                <a:off x="2150439" y="2196649"/>
                <a:ext cx="4843121" cy="782587"/>
              </a:xfrm>
              <a:prstGeom prst="rect">
                <a:avLst/>
              </a:prstGeom>
              <a:blipFill>
                <a:blip r:embed="rId2"/>
                <a:stretch>
                  <a:fillRect/>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726E915D-AF34-437E-8895-AEE8D1A7B63E}"/>
              </a:ext>
            </a:extLst>
          </p:cNvPr>
          <p:cNvSpPr txBox="1"/>
          <p:nvPr/>
        </p:nvSpPr>
        <p:spPr>
          <a:xfrm>
            <a:off x="2625209" y="4100823"/>
            <a:ext cx="1170041" cy="461665"/>
          </a:xfrm>
          <a:prstGeom prst="rect">
            <a:avLst/>
          </a:prstGeom>
          <a:noFill/>
        </p:spPr>
        <p:txBody>
          <a:bodyPr wrap="square" rtlCol="0">
            <a:spAutoFit/>
          </a:bodyPr>
          <a:lstStyle/>
          <a:p>
            <a:pPr algn="ctr"/>
            <a:r>
              <a:rPr kumimoji="1" lang="en-US" altLang="ja-JP" sz="2400" dirty="0"/>
              <a:t>line</a:t>
            </a:r>
            <a:endParaRPr kumimoji="1" lang="ja-JP" altLang="en-US" sz="2400" dirty="0"/>
          </a:p>
        </p:txBody>
      </p:sp>
      <p:cxnSp>
        <p:nvCxnSpPr>
          <p:cNvPr id="13" name="直線矢印コネクタ 12">
            <a:extLst>
              <a:ext uri="{FF2B5EF4-FFF2-40B4-BE49-F238E27FC236}">
                <a16:creationId xmlns:a16="http://schemas.microsoft.com/office/drawing/2014/main" id="{E2C3012F-CCD0-4369-9E42-2DF6D27EB872}"/>
              </a:ext>
            </a:extLst>
          </p:cNvPr>
          <p:cNvCxnSpPr/>
          <p:nvPr/>
        </p:nvCxnSpPr>
        <p:spPr>
          <a:xfrm>
            <a:off x="4080387" y="4331656"/>
            <a:ext cx="1032387"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4" name="テキスト ボックス 13">
            <a:extLst>
              <a:ext uri="{FF2B5EF4-FFF2-40B4-BE49-F238E27FC236}">
                <a16:creationId xmlns:a16="http://schemas.microsoft.com/office/drawing/2014/main" id="{3B879E30-2030-46A8-8921-5086722EB431}"/>
              </a:ext>
            </a:extLst>
          </p:cNvPr>
          <p:cNvSpPr txBox="1"/>
          <p:nvPr/>
        </p:nvSpPr>
        <p:spPr>
          <a:xfrm>
            <a:off x="5397911" y="4100823"/>
            <a:ext cx="1435510" cy="461665"/>
          </a:xfrm>
          <a:prstGeom prst="rect">
            <a:avLst/>
          </a:prstGeom>
          <a:noFill/>
        </p:spPr>
        <p:txBody>
          <a:bodyPr wrap="square" rtlCol="0">
            <a:spAutoFit/>
          </a:bodyPr>
          <a:lstStyle/>
          <a:p>
            <a:pPr algn="ctr"/>
            <a:r>
              <a:rPr kumimoji="1" lang="en-US" altLang="ja-JP" sz="2400" dirty="0"/>
              <a:t>lin</a:t>
            </a:r>
            <a:r>
              <a:rPr kumimoji="1" lang="en-US" altLang="ja-JP" sz="2400" dirty="0">
                <a:solidFill>
                  <a:srgbClr val="FF0000"/>
                </a:solidFill>
              </a:rPr>
              <a:t>k</a:t>
            </a:r>
            <a:endParaRPr kumimoji="1" lang="ja-JP" altLang="en-US" sz="2400" dirty="0">
              <a:solidFill>
                <a:srgbClr val="FF0000"/>
              </a:solidFill>
            </a:endParaRP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0004F2BC-350A-41EC-BFF5-24CC2C8EDC7B}"/>
                  </a:ext>
                </a:extLst>
              </p:cNvPr>
              <p:cNvSpPr txBox="1"/>
              <p:nvPr/>
            </p:nvSpPr>
            <p:spPr>
              <a:xfrm>
                <a:off x="2150439" y="4716762"/>
                <a:ext cx="5013039" cy="771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m:rPr>
                              <m:nor/>
                            </m:rPr>
                            <a:rPr kumimoji="1" lang="ja-JP" altLang="en-US" sz="2400" dirty="0"/>
                            <m:t>レーベンシュタイン距離</m:t>
                          </m:r>
                        </m:num>
                        <m:den>
                          <m:r>
                            <a:rPr kumimoji="1" lang="ja-JP" altLang="en-US" sz="2400" i="1">
                              <a:latin typeface="Cambria Math" panose="02040503050406030204" pitchFamily="18" charset="0"/>
                            </a:rPr>
                            <m:t>長い方の文字列の</m:t>
                          </m:r>
                          <m:r>
                            <a:rPr kumimoji="1" lang="ja-JP" altLang="en-US" sz="2400" i="1" smtClean="0">
                              <a:latin typeface="Cambria Math" panose="02040503050406030204" pitchFamily="18" charset="0"/>
                            </a:rPr>
                            <m:t>長さ</m:t>
                          </m:r>
                        </m:den>
                      </m:f>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4</m:t>
                          </m:r>
                        </m:den>
                      </m:f>
                      <m:r>
                        <a:rPr kumimoji="1" lang="en-US" altLang="ja-JP" sz="2400" b="0" i="1" smtClean="0">
                          <a:latin typeface="Cambria Math" panose="02040503050406030204" pitchFamily="18" charset="0"/>
                          <a:ea typeface="Cambria Math" panose="02040503050406030204" pitchFamily="18" charset="0"/>
                        </a:rPr>
                        <m:t>=0.25</m:t>
                      </m:r>
                    </m:oMath>
                  </m:oMathPara>
                </a14:m>
                <a:endParaRPr kumimoji="1" lang="ja-JP" altLang="en-US" sz="2400" dirty="0"/>
              </a:p>
            </p:txBody>
          </p:sp>
        </mc:Choice>
        <mc:Fallback xmlns="">
          <p:sp>
            <p:nvSpPr>
              <p:cNvPr id="15" name="テキスト ボックス 14">
                <a:extLst>
                  <a:ext uri="{FF2B5EF4-FFF2-40B4-BE49-F238E27FC236}">
                    <a16:creationId xmlns:a16="http://schemas.microsoft.com/office/drawing/2014/main" id="{0004F2BC-350A-41EC-BFF5-24CC2C8EDC7B}"/>
                  </a:ext>
                </a:extLst>
              </p:cNvPr>
              <p:cNvSpPr txBox="1">
                <a:spLocks noRot="1" noChangeAspect="1" noMove="1" noResize="1" noEditPoints="1" noAdjustHandles="1" noChangeArrowheads="1" noChangeShapeType="1" noTextEdit="1"/>
              </p:cNvSpPr>
              <p:nvPr/>
            </p:nvSpPr>
            <p:spPr>
              <a:xfrm>
                <a:off x="2150439" y="4716762"/>
                <a:ext cx="5013039" cy="771814"/>
              </a:xfrm>
              <a:prstGeom prst="rect">
                <a:avLst/>
              </a:prstGeom>
              <a:blipFill>
                <a:blip r:embed="rId3"/>
                <a:stretch>
                  <a:fillRect/>
                </a:stretch>
              </a:blipFill>
            </p:spPr>
            <p:txBody>
              <a:bodyPr/>
              <a:lstStyle/>
              <a:p>
                <a:r>
                  <a:rPr lang="ja-JP" altLang="en-US">
                    <a:noFill/>
                  </a:rPr>
                  <a:t> </a:t>
                </a:r>
              </a:p>
            </p:txBody>
          </p:sp>
        </mc:Fallback>
      </mc:AlternateContent>
      <p:sp>
        <p:nvSpPr>
          <p:cNvPr id="16" name="テキスト ボックス 15">
            <a:extLst>
              <a:ext uri="{FF2B5EF4-FFF2-40B4-BE49-F238E27FC236}">
                <a16:creationId xmlns:a16="http://schemas.microsoft.com/office/drawing/2014/main" id="{5997BE62-3539-4D86-BF31-75685EA85198}"/>
              </a:ext>
            </a:extLst>
          </p:cNvPr>
          <p:cNvSpPr txBox="1"/>
          <p:nvPr/>
        </p:nvSpPr>
        <p:spPr>
          <a:xfrm>
            <a:off x="3502739" y="5697500"/>
            <a:ext cx="2187682" cy="461665"/>
          </a:xfrm>
          <a:prstGeom prst="rect">
            <a:avLst/>
          </a:prstGeom>
          <a:noFill/>
        </p:spPr>
        <p:txBody>
          <a:bodyPr wrap="square" rtlCol="0">
            <a:spAutoFit/>
          </a:bodyPr>
          <a:lstStyle/>
          <a:p>
            <a:pPr algn="l"/>
            <a:r>
              <a:rPr kumimoji="1" lang="ja-JP" altLang="en-US" sz="2400" dirty="0"/>
              <a:t>類似度：</a:t>
            </a:r>
            <a:r>
              <a:rPr kumimoji="1" lang="en-US" altLang="ja-JP" sz="2400" dirty="0"/>
              <a:t>0.75</a:t>
            </a:r>
            <a:endParaRPr kumimoji="1" lang="ja-JP" altLang="en-US" sz="2400" dirty="0"/>
          </a:p>
        </p:txBody>
      </p:sp>
      <p:sp>
        <p:nvSpPr>
          <p:cNvPr id="19" name="テキスト ボックス 18">
            <a:extLst>
              <a:ext uri="{FF2B5EF4-FFF2-40B4-BE49-F238E27FC236}">
                <a16:creationId xmlns:a16="http://schemas.microsoft.com/office/drawing/2014/main" id="{94AEE5AB-73DA-46FD-AB11-A1E752942EAE}"/>
              </a:ext>
            </a:extLst>
          </p:cNvPr>
          <p:cNvSpPr txBox="1"/>
          <p:nvPr/>
        </p:nvSpPr>
        <p:spPr>
          <a:xfrm>
            <a:off x="3502739" y="3178503"/>
            <a:ext cx="2187682" cy="461665"/>
          </a:xfrm>
          <a:prstGeom prst="rect">
            <a:avLst/>
          </a:prstGeom>
          <a:noFill/>
        </p:spPr>
        <p:txBody>
          <a:bodyPr wrap="square" rtlCol="0">
            <a:spAutoFit/>
          </a:bodyPr>
          <a:lstStyle/>
          <a:p>
            <a:pPr algn="l"/>
            <a:r>
              <a:rPr kumimoji="1" lang="ja-JP" altLang="en-US" sz="2400" dirty="0"/>
              <a:t>類似度：</a:t>
            </a:r>
            <a:r>
              <a:rPr kumimoji="1" lang="en-US" altLang="ja-JP" sz="2400" dirty="0"/>
              <a:t>0.5</a:t>
            </a:r>
            <a:endParaRPr kumimoji="1" lang="ja-JP" altLang="en-US" sz="2400" dirty="0"/>
          </a:p>
        </p:txBody>
      </p:sp>
    </p:spTree>
    <p:extLst>
      <p:ext uri="{BB962C8B-B14F-4D97-AF65-F5344CB8AC3E}">
        <p14:creationId xmlns:p14="http://schemas.microsoft.com/office/powerpoint/2010/main" val="13686800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6FA895-C45F-42DD-97E7-7A295B53E5B7}"/>
              </a:ext>
            </a:extLst>
          </p:cNvPr>
          <p:cNvSpPr>
            <a:spLocks noGrp="1"/>
          </p:cNvSpPr>
          <p:nvPr>
            <p:ph type="title"/>
          </p:nvPr>
        </p:nvSpPr>
        <p:spPr/>
        <p:txBody>
          <a:bodyPr/>
          <a:lstStyle/>
          <a:p>
            <a:r>
              <a:rPr kumimoji="1" lang="en-US" altLang="ja-JP" dirty="0" err="1"/>
              <a:t>AtCoder</a:t>
            </a:r>
            <a:r>
              <a:rPr kumimoji="1" lang="en-US" altLang="ja-JP" dirty="0"/>
              <a:t> ABC101 A</a:t>
            </a:r>
            <a:r>
              <a:rPr kumimoji="1" lang="ja-JP" altLang="en-US" dirty="0"/>
              <a:t>問題</a:t>
            </a:r>
          </a:p>
        </p:txBody>
      </p:sp>
      <p:sp>
        <p:nvSpPr>
          <p:cNvPr id="3" name="コンテンツ プレースホルダー 2">
            <a:extLst>
              <a:ext uri="{FF2B5EF4-FFF2-40B4-BE49-F238E27FC236}">
                <a16:creationId xmlns:a16="http://schemas.microsoft.com/office/drawing/2014/main" id="{516409A1-2F02-42CC-BE3A-51C3FE2E86F0}"/>
              </a:ext>
            </a:extLst>
          </p:cNvPr>
          <p:cNvSpPr>
            <a:spLocks noGrp="1"/>
          </p:cNvSpPr>
          <p:nvPr>
            <p:ph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ACF6DD8-C1FB-4A07-9F72-16570BCA4E66}"/>
              </a:ext>
            </a:extLst>
          </p:cNvPr>
          <p:cNvSpPr>
            <a:spLocks noGrp="1"/>
          </p:cNvSpPr>
          <p:nvPr>
            <p:ph type="sldNum" sz="quarter" idx="4"/>
          </p:nvPr>
        </p:nvSpPr>
        <p:spPr/>
        <p:txBody>
          <a:bodyPr/>
          <a:lstStyle/>
          <a:p>
            <a:fld id="{3D1E95EC-FA06-447C-B439-F51D604829FB}" type="slidenum">
              <a:rPr kumimoji="1" lang="ja-JP" altLang="en-US" smtClean="0"/>
              <a:pPr/>
              <a:t>50</a:t>
            </a:fld>
            <a:endParaRPr kumimoji="1" lang="ja-JP" altLang="en-US" dirty="0"/>
          </a:p>
        </p:txBody>
      </p:sp>
      <p:pic>
        <p:nvPicPr>
          <p:cNvPr id="6" name="図 5">
            <a:extLst>
              <a:ext uri="{FF2B5EF4-FFF2-40B4-BE49-F238E27FC236}">
                <a16:creationId xmlns:a16="http://schemas.microsoft.com/office/drawing/2014/main" id="{6D35D3EB-F3D1-4A02-B350-95D58E1C2BEA}"/>
              </a:ext>
            </a:extLst>
          </p:cNvPr>
          <p:cNvPicPr>
            <a:picLocks noChangeAspect="1"/>
          </p:cNvPicPr>
          <p:nvPr/>
        </p:nvPicPr>
        <p:blipFill>
          <a:blip r:embed="rId2"/>
          <a:stretch>
            <a:fillRect/>
          </a:stretch>
        </p:blipFill>
        <p:spPr>
          <a:xfrm>
            <a:off x="-1" y="1345885"/>
            <a:ext cx="9144000" cy="2789592"/>
          </a:xfrm>
          <a:prstGeom prst="rect">
            <a:avLst/>
          </a:prstGeom>
        </p:spPr>
      </p:pic>
      <p:pic>
        <p:nvPicPr>
          <p:cNvPr id="8" name="図 7">
            <a:extLst>
              <a:ext uri="{FF2B5EF4-FFF2-40B4-BE49-F238E27FC236}">
                <a16:creationId xmlns:a16="http://schemas.microsoft.com/office/drawing/2014/main" id="{9FB845FC-ED31-4118-8188-C4379D431CF9}"/>
              </a:ext>
            </a:extLst>
          </p:cNvPr>
          <p:cNvPicPr>
            <a:picLocks noChangeAspect="1"/>
          </p:cNvPicPr>
          <p:nvPr/>
        </p:nvPicPr>
        <p:blipFill>
          <a:blip r:embed="rId3"/>
          <a:stretch>
            <a:fillRect/>
          </a:stretch>
        </p:blipFill>
        <p:spPr>
          <a:xfrm>
            <a:off x="5297244" y="3265646"/>
            <a:ext cx="2791215" cy="2581635"/>
          </a:xfrm>
          <a:prstGeom prst="rect">
            <a:avLst/>
          </a:prstGeom>
          <a:ln w="28575">
            <a:solidFill>
              <a:schemeClr val="tx1"/>
            </a:solidFill>
          </a:ln>
        </p:spPr>
      </p:pic>
    </p:spTree>
    <p:extLst>
      <p:ext uri="{BB962C8B-B14F-4D97-AF65-F5344CB8AC3E}">
        <p14:creationId xmlns:p14="http://schemas.microsoft.com/office/powerpoint/2010/main" val="314815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6FA895-C45F-42DD-97E7-7A295B53E5B7}"/>
              </a:ext>
            </a:extLst>
          </p:cNvPr>
          <p:cNvSpPr>
            <a:spLocks noGrp="1"/>
          </p:cNvSpPr>
          <p:nvPr>
            <p:ph type="title"/>
          </p:nvPr>
        </p:nvSpPr>
        <p:spPr/>
        <p:txBody>
          <a:bodyPr>
            <a:normAutofit/>
          </a:bodyPr>
          <a:lstStyle/>
          <a:p>
            <a:r>
              <a:rPr kumimoji="1" lang="en-US" altLang="ja-JP" dirty="0" err="1"/>
              <a:t>AtCoder</a:t>
            </a:r>
            <a:r>
              <a:rPr kumimoji="1" lang="en-US" altLang="ja-JP" dirty="0"/>
              <a:t> ABC102 A</a:t>
            </a:r>
            <a:r>
              <a:rPr kumimoji="1" lang="ja-JP" altLang="en-US" dirty="0"/>
              <a:t>問題</a:t>
            </a:r>
          </a:p>
        </p:txBody>
      </p:sp>
      <p:sp>
        <p:nvSpPr>
          <p:cNvPr id="3" name="コンテンツ プレースホルダー 2">
            <a:extLst>
              <a:ext uri="{FF2B5EF4-FFF2-40B4-BE49-F238E27FC236}">
                <a16:creationId xmlns:a16="http://schemas.microsoft.com/office/drawing/2014/main" id="{516409A1-2F02-42CC-BE3A-51C3FE2E86F0}"/>
              </a:ext>
            </a:extLst>
          </p:cNvPr>
          <p:cNvSpPr>
            <a:spLocks noGrp="1"/>
          </p:cNvSpPr>
          <p:nvPr>
            <p:ph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ACF6DD8-C1FB-4A07-9F72-16570BCA4E66}"/>
              </a:ext>
            </a:extLst>
          </p:cNvPr>
          <p:cNvSpPr>
            <a:spLocks noGrp="1"/>
          </p:cNvSpPr>
          <p:nvPr>
            <p:ph type="sldNum" sz="quarter" idx="4"/>
          </p:nvPr>
        </p:nvSpPr>
        <p:spPr/>
        <p:txBody>
          <a:bodyPr/>
          <a:lstStyle/>
          <a:p>
            <a:fld id="{3D1E95EC-FA06-447C-B439-F51D604829FB}" type="slidenum">
              <a:rPr kumimoji="1" lang="ja-JP" altLang="en-US" smtClean="0"/>
              <a:pPr/>
              <a:t>51</a:t>
            </a:fld>
            <a:endParaRPr kumimoji="1" lang="ja-JP" altLang="en-US" dirty="0"/>
          </a:p>
        </p:txBody>
      </p:sp>
      <p:pic>
        <p:nvPicPr>
          <p:cNvPr id="14" name="図 13">
            <a:extLst>
              <a:ext uri="{FF2B5EF4-FFF2-40B4-BE49-F238E27FC236}">
                <a16:creationId xmlns:a16="http://schemas.microsoft.com/office/drawing/2014/main" id="{4928EC87-F695-48CF-A47E-230CB81819B2}"/>
              </a:ext>
            </a:extLst>
          </p:cNvPr>
          <p:cNvPicPr>
            <a:picLocks noChangeAspect="1"/>
          </p:cNvPicPr>
          <p:nvPr/>
        </p:nvPicPr>
        <p:blipFill rotWithShape="1">
          <a:blip r:embed="rId2"/>
          <a:srcRect l="3509" r="3548" b="7439"/>
          <a:stretch/>
        </p:blipFill>
        <p:spPr>
          <a:xfrm>
            <a:off x="67962" y="1910382"/>
            <a:ext cx="9008076" cy="2679420"/>
          </a:xfrm>
          <a:prstGeom prst="rect">
            <a:avLst/>
          </a:prstGeom>
        </p:spPr>
      </p:pic>
    </p:spTree>
    <p:extLst>
      <p:ext uri="{BB962C8B-B14F-4D97-AF65-F5344CB8AC3E}">
        <p14:creationId xmlns:p14="http://schemas.microsoft.com/office/powerpoint/2010/main" val="40386079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6FA895-C45F-42DD-97E7-7A295B53E5B7}"/>
              </a:ext>
            </a:extLst>
          </p:cNvPr>
          <p:cNvSpPr>
            <a:spLocks noGrp="1"/>
          </p:cNvSpPr>
          <p:nvPr>
            <p:ph type="title"/>
          </p:nvPr>
        </p:nvSpPr>
        <p:spPr/>
        <p:txBody>
          <a:bodyPr/>
          <a:lstStyle/>
          <a:p>
            <a:r>
              <a:rPr kumimoji="1" lang="en-US" altLang="ja-JP" dirty="0" err="1"/>
              <a:t>AtCoder</a:t>
            </a:r>
            <a:r>
              <a:rPr kumimoji="1" lang="en-US" altLang="ja-JP" dirty="0"/>
              <a:t> ABC103 A</a:t>
            </a:r>
            <a:r>
              <a:rPr kumimoji="1" lang="ja-JP" altLang="en-US" dirty="0"/>
              <a:t>問題</a:t>
            </a:r>
          </a:p>
        </p:txBody>
      </p:sp>
      <p:sp>
        <p:nvSpPr>
          <p:cNvPr id="3" name="コンテンツ プレースホルダー 2">
            <a:extLst>
              <a:ext uri="{FF2B5EF4-FFF2-40B4-BE49-F238E27FC236}">
                <a16:creationId xmlns:a16="http://schemas.microsoft.com/office/drawing/2014/main" id="{516409A1-2F02-42CC-BE3A-51C3FE2E86F0}"/>
              </a:ext>
            </a:extLst>
          </p:cNvPr>
          <p:cNvSpPr>
            <a:spLocks noGrp="1"/>
          </p:cNvSpPr>
          <p:nvPr>
            <p:ph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ACF6DD8-C1FB-4A07-9F72-16570BCA4E66}"/>
              </a:ext>
            </a:extLst>
          </p:cNvPr>
          <p:cNvSpPr>
            <a:spLocks noGrp="1"/>
          </p:cNvSpPr>
          <p:nvPr>
            <p:ph type="sldNum" sz="quarter" idx="4"/>
          </p:nvPr>
        </p:nvSpPr>
        <p:spPr/>
        <p:txBody>
          <a:bodyPr/>
          <a:lstStyle/>
          <a:p>
            <a:fld id="{3D1E95EC-FA06-447C-B439-F51D604829FB}" type="slidenum">
              <a:rPr kumimoji="1" lang="ja-JP" altLang="en-US" smtClean="0"/>
              <a:pPr/>
              <a:t>52</a:t>
            </a:fld>
            <a:endParaRPr kumimoji="1" lang="ja-JP" altLang="en-US" dirty="0"/>
          </a:p>
        </p:txBody>
      </p:sp>
      <p:pic>
        <p:nvPicPr>
          <p:cNvPr id="8" name="図 7">
            <a:extLst>
              <a:ext uri="{FF2B5EF4-FFF2-40B4-BE49-F238E27FC236}">
                <a16:creationId xmlns:a16="http://schemas.microsoft.com/office/drawing/2014/main" id="{3FCA5744-CC3C-4960-B94C-FAA41408CC27}"/>
              </a:ext>
            </a:extLst>
          </p:cNvPr>
          <p:cNvPicPr>
            <a:picLocks noChangeAspect="1"/>
          </p:cNvPicPr>
          <p:nvPr/>
        </p:nvPicPr>
        <p:blipFill>
          <a:blip r:embed="rId2"/>
          <a:stretch>
            <a:fillRect/>
          </a:stretch>
        </p:blipFill>
        <p:spPr>
          <a:xfrm>
            <a:off x="212650" y="982247"/>
            <a:ext cx="7768169" cy="3884085"/>
          </a:xfrm>
          <a:prstGeom prst="rect">
            <a:avLst/>
          </a:prstGeom>
        </p:spPr>
      </p:pic>
      <p:pic>
        <p:nvPicPr>
          <p:cNvPr id="10" name="図 9">
            <a:extLst>
              <a:ext uri="{FF2B5EF4-FFF2-40B4-BE49-F238E27FC236}">
                <a16:creationId xmlns:a16="http://schemas.microsoft.com/office/drawing/2014/main" id="{6DA1D0C4-3735-4D51-AACB-98AF72E3FB34}"/>
              </a:ext>
            </a:extLst>
          </p:cNvPr>
          <p:cNvPicPr>
            <a:picLocks noChangeAspect="1"/>
          </p:cNvPicPr>
          <p:nvPr/>
        </p:nvPicPr>
        <p:blipFill>
          <a:blip r:embed="rId3"/>
          <a:stretch>
            <a:fillRect/>
          </a:stretch>
        </p:blipFill>
        <p:spPr>
          <a:xfrm>
            <a:off x="5815878" y="3675976"/>
            <a:ext cx="2838846" cy="2562583"/>
          </a:xfrm>
          <a:prstGeom prst="rect">
            <a:avLst/>
          </a:prstGeom>
          <a:ln w="28575">
            <a:solidFill>
              <a:schemeClr val="tx1"/>
            </a:solidFill>
          </a:ln>
        </p:spPr>
      </p:pic>
    </p:spTree>
    <p:extLst>
      <p:ext uri="{BB962C8B-B14F-4D97-AF65-F5344CB8AC3E}">
        <p14:creationId xmlns:p14="http://schemas.microsoft.com/office/powerpoint/2010/main" val="19196164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BB9976-9153-4F57-968A-251195F68DAD}"/>
              </a:ext>
            </a:extLst>
          </p:cNvPr>
          <p:cNvSpPr>
            <a:spLocks noGrp="1"/>
          </p:cNvSpPr>
          <p:nvPr>
            <p:ph type="title"/>
          </p:nvPr>
        </p:nvSpPr>
        <p:spPr/>
        <p:txBody>
          <a:bodyPr/>
          <a:lstStyle/>
          <a:p>
            <a:r>
              <a:rPr kumimoji="1" lang="en-US" altLang="ja-JP" dirty="0"/>
              <a:t>ABC101</a:t>
            </a:r>
            <a:r>
              <a:rPr kumimoji="1" lang="ja-JP" altLang="en-US" dirty="0"/>
              <a:t>の可読性評価</a:t>
            </a:r>
          </a:p>
        </p:txBody>
      </p:sp>
      <p:sp>
        <p:nvSpPr>
          <p:cNvPr id="4" name="スライド番号プレースホルダー 3">
            <a:extLst>
              <a:ext uri="{FF2B5EF4-FFF2-40B4-BE49-F238E27FC236}">
                <a16:creationId xmlns:a16="http://schemas.microsoft.com/office/drawing/2014/main" id="{6F2049DD-1683-48B1-A543-3E15D68A9DFA}"/>
              </a:ext>
            </a:extLst>
          </p:cNvPr>
          <p:cNvSpPr>
            <a:spLocks noGrp="1"/>
          </p:cNvSpPr>
          <p:nvPr>
            <p:ph type="sldNum" sz="quarter" idx="4"/>
          </p:nvPr>
        </p:nvSpPr>
        <p:spPr/>
        <p:txBody>
          <a:bodyPr/>
          <a:lstStyle/>
          <a:p>
            <a:fld id="{3D1E95EC-FA06-447C-B439-F51D604829FB}" type="slidenum">
              <a:rPr kumimoji="1" lang="ja-JP" altLang="en-US" smtClean="0"/>
              <a:pPr/>
              <a:t>53</a:t>
            </a:fld>
            <a:endParaRPr kumimoji="1" lang="ja-JP" altLang="en-US" dirty="0"/>
          </a:p>
        </p:txBody>
      </p:sp>
      <p:graphicFrame>
        <p:nvGraphicFramePr>
          <p:cNvPr id="5" name="コンテンツ プレースホルダー 4">
            <a:extLst>
              <a:ext uri="{FF2B5EF4-FFF2-40B4-BE49-F238E27FC236}">
                <a16:creationId xmlns:a16="http://schemas.microsoft.com/office/drawing/2014/main" id="{ECE01F08-22B0-4A4A-BD0D-0CE4CE4C7EE3}"/>
              </a:ext>
            </a:extLst>
          </p:cNvPr>
          <p:cNvGraphicFramePr>
            <a:graphicFrameLocks noGrp="1"/>
          </p:cNvGraphicFramePr>
          <p:nvPr>
            <p:ph idx="1"/>
            <p:extLst>
              <p:ext uri="{D42A27DB-BD31-4B8C-83A1-F6EECF244321}">
                <p14:modId xmlns:p14="http://schemas.microsoft.com/office/powerpoint/2010/main" val="1687401812"/>
              </p:ext>
            </p:extLst>
          </p:nvPr>
        </p:nvGraphicFramePr>
        <p:xfrm>
          <a:off x="0" y="815975"/>
          <a:ext cx="9144000" cy="56515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397713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BB9976-9153-4F57-968A-251195F68DAD}"/>
              </a:ext>
            </a:extLst>
          </p:cNvPr>
          <p:cNvSpPr>
            <a:spLocks noGrp="1"/>
          </p:cNvSpPr>
          <p:nvPr>
            <p:ph type="title"/>
          </p:nvPr>
        </p:nvSpPr>
        <p:spPr/>
        <p:txBody>
          <a:bodyPr/>
          <a:lstStyle/>
          <a:p>
            <a:r>
              <a:rPr kumimoji="1" lang="en-US" altLang="ja-JP" dirty="0"/>
              <a:t>ABC102</a:t>
            </a:r>
            <a:r>
              <a:rPr kumimoji="1" lang="ja-JP" altLang="en-US" dirty="0"/>
              <a:t>の可読性評価</a:t>
            </a:r>
          </a:p>
        </p:txBody>
      </p:sp>
      <p:sp>
        <p:nvSpPr>
          <p:cNvPr id="4" name="スライド番号プレースホルダー 3">
            <a:extLst>
              <a:ext uri="{FF2B5EF4-FFF2-40B4-BE49-F238E27FC236}">
                <a16:creationId xmlns:a16="http://schemas.microsoft.com/office/drawing/2014/main" id="{6F2049DD-1683-48B1-A543-3E15D68A9DFA}"/>
              </a:ext>
            </a:extLst>
          </p:cNvPr>
          <p:cNvSpPr>
            <a:spLocks noGrp="1"/>
          </p:cNvSpPr>
          <p:nvPr>
            <p:ph type="sldNum" sz="quarter" idx="4"/>
          </p:nvPr>
        </p:nvSpPr>
        <p:spPr/>
        <p:txBody>
          <a:bodyPr/>
          <a:lstStyle/>
          <a:p>
            <a:fld id="{3D1E95EC-FA06-447C-B439-F51D604829FB}" type="slidenum">
              <a:rPr kumimoji="1" lang="ja-JP" altLang="en-US" smtClean="0"/>
              <a:pPr/>
              <a:t>54</a:t>
            </a:fld>
            <a:endParaRPr kumimoji="1" lang="ja-JP" altLang="en-US" dirty="0"/>
          </a:p>
        </p:txBody>
      </p:sp>
      <p:graphicFrame>
        <p:nvGraphicFramePr>
          <p:cNvPr id="7" name="コンテンツ プレースホルダー 6">
            <a:extLst>
              <a:ext uri="{FF2B5EF4-FFF2-40B4-BE49-F238E27FC236}">
                <a16:creationId xmlns:a16="http://schemas.microsoft.com/office/drawing/2014/main" id="{4A959647-3B30-4E3B-8CAA-D0573A401AC6}"/>
              </a:ext>
            </a:extLst>
          </p:cNvPr>
          <p:cNvGraphicFramePr>
            <a:graphicFrameLocks noGrp="1"/>
          </p:cNvGraphicFramePr>
          <p:nvPr>
            <p:ph idx="1"/>
            <p:extLst>
              <p:ext uri="{D42A27DB-BD31-4B8C-83A1-F6EECF244321}">
                <p14:modId xmlns:p14="http://schemas.microsoft.com/office/powerpoint/2010/main" val="3471752593"/>
              </p:ext>
            </p:extLst>
          </p:nvPr>
        </p:nvGraphicFramePr>
        <p:xfrm>
          <a:off x="0" y="815975"/>
          <a:ext cx="9144000" cy="56515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399782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BB9976-9153-4F57-968A-251195F68DAD}"/>
              </a:ext>
            </a:extLst>
          </p:cNvPr>
          <p:cNvSpPr>
            <a:spLocks noGrp="1"/>
          </p:cNvSpPr>
          <p:nvPr>
            <p:ph type="title"/>
          </p:nvPr>
        </p:nvSpPr>
        <p:spPr/>
        <p:txBody>
          <a:bodyPr/>
          <a:lstStyle/>
          <a:p>
            <a:r>
              <a:rPr kumimoji="1" lang="en-US" altLang="ja-JP" dirty="0"/>
              <a:t>ABC103</a:t>
            </a:r>
            <a:r>
              <a:rPr kumimoji="1" lang="ja-JP" altLang="en-US" dirty="0"/>
              <a:t>の可読性評価</a:t>
            </a:r>
          </a:p>
        </p:txBody>
      </p:sp>
      <p:sp>
        <p:nvSpPr>
          <p:cNvPr id="4" name="スライド番号プレースホルダー 3">
            <a:extLst>
              <a:ext uri="{FF2B5EF4-FFF2-40B4-BE49-F238E27FC236}">
                <a16:creationId xmlns:a16="http://schemas.microsoft.com/office/drawing/2014/main" id="{6F2049DD-1683-48B1-A543-3E15D68A9DFA}"/>
              </a:ext>
            </a:extLst>
          </p:cNvPr>
          <p:cNvSpPr>
            <a:spLocks noGrp="1"/>
          </p:cNvSpPr>
          <p:nvPr>
            <p:ph type="sldNum" sz="quarter" idx="4"/>
          </p:nvPr>
        </p:nvSpPr>
        <p:spPr/>
        <p:txBody>
          <a:bodyPr/>
          <a:lstStyle/>
          <a:p>
            <a:fld id="{3D1E95EC-FA06-447C-B439-F51D604829FB}" type="slidenum">
              <a:rPr kumimoji="1" lang="ja-JP" altLang="en-US" smtClean="0"/>
              <a:pPr/>
              <a:t>55</a:t>
            </a:fld>
            <a:endParaRPr kumimoji="1" lang="ja-JP" altLang="en-US" dirty="0"/>
          </a:p>
        </p:txBody>
      </p:sp>
      <p:graphicFrame>
        <p:nvGraphicFramePr>
          <p:cNvPr id="8" name="コンテンツ プレースホルダー 7">
            <a:extLst>
              <a:ext uri="{FF2B5EF4-FFF2-40B4-BE49-F238E27FC236}">
                <a16:creationId xmlns:a16="http://schemas.microsoft.com/office/drawing/2014/main" id="{8DE2B3AB-F43F-4546-9048-460E80CD7F1A}"/>
              </a:ext>
            </a:extLst>
          </p:cNvPr>
          <p:cNvGraphicFramePr>
            <a:graphicFrameLocks noGrp="1"/>
          </p:cNvGraphicFramePr>
          <p:nvPr>
            <p:ph idx="1"/>
            <p:extLst>
              <p:ext uri="{D42A27DB-BD31-4B8C-83A1-F6EECF244321}">
                <p14:modId xmlns:p14="http://schemas.microsoft.com/office/powerpoint/2010/main" val="3557553271"/>
              </p:ext>
            </p:extLst>
          </p:nvPr>
        </p:nvGraphicFramePr>
        <p:xfrm>
          <a:off x="0" y="815975"/>
          <a:ext cx="9144000" cy="56515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507774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20290C-B516-4B8F-BEF9-FE6DAEB36924}"/>
              </a:ext>
            </a:extLst>
          </p:cNvPr>
          <p:cNvSpPr>
            <a:spLocks noGrp="1"/>
          </p:cNvSpPr>
          <p:nvPr>
            <p:ph type="title"/>
          </p:nvPr>
        </p:nvSpPr>
        <p:spPr>
          <a:xfrm>
            <a:off x="212650" y="44998"/>
            <a:ext cx="9312350" cy="680693"/>
          </a:xfrm>
        </p:spPr>
        <p:txBody>
          <a:bodyPr>
            <a:normAutofit fontScale="90000"/>
          </a:bodyPr>
          <a:lstStyle/>
          <a:p>
            <a:r>
              <a:rPr lang="ja-JP" altLang="en-US" dirty="0"/>
              <a:t>可読性の評価値が被験者によって異なる</a:t>
            </a:r>
            <a:r>
              <a:rPr kumimoji="1" lang="ja-JP" altLang="en-US" dirty="0"/>
              <a:t>コード </a:t>
            </a:r>
          </a:p>
        </p:txBody>
      </p:sp>
      <p:sp>
        <p:nvSpPr>
          <p:cNvPr id="3" name="コンテンツ プレースホルダー 2">
            <a:extLst>
              <a:ext uri="{FF2B5EF4-FFF2-40B4-BE49-F238E27FC236}">
                <a16:creationId xmlns:a16="http://schemas.microsoft.com/office/drawing/2014/main" id="{11240030-582E-4D74-862D-4B7CAD4A437C}"/>
              </a:ext>
            </a:extLst>
          </p:cNvPr>
          <p:cNvSpPr>
            <a:spLocks noGrp="1"/>
          </p:cNvSpPr>
          <p:nvPr>
            <p:ph idx="1"/>
          </p:nvPr>
        </p:nvSpPr>
        <p:spPr/>
        <p:txBody>
          <a:bodyPr/>
          <a:lstStyle/>
          <a:p>
            <a:r>
              <a:rPr lang="en-US" altLang="ja-JP" dirty="0"/>
              <a:t>ABC102-1</a:t>
            </a:r>
          </a:p>
          <a:p>
            <a:pPr lvl="1"/>
            <a:r>
              <a:rPr lang="en-US" altLang="ja-JP" dirty="0"/>
              <a:t>import</a:t>
            </a:r>
            <a:r>
              <a:rPr lang="ja-JP" altLang="en-US" dirty="0"/>
              <a:t>が多い</a:t>
            </a:r>
            <a:endParaRPr lang="en-US" altLang="ja-JP" dirty="0"/>
          </a:p>
          <a:p>
            <a:pPr lvl="1"/>
            <a:r>
              <a:rPr kumimoji="1" lang="ja-JP" altLang="en-US" dirty="0"/>
              <a:t>インデントが見づらい</a:t>
            </a:r>
          </a:p>
        </p:txBody>
      </p:sp>
      <p:sp>
        <p:nvSpPr>
          <p:cNvPr id="4" name="スライド番号プレースホルダー 3">
            <a:extLst>
              <a:ext uri="{FF2B5EF4-FFF2-40B4-BE49-F238E27FC236}">
                <a16:creationId xmlns:a16="http://schemas.microsoft.com/office/drawing/2014/main" id="{EF4A4E97-9F4A-46FC-A619-3F9E67D4D099}"/>
              </a:ext>
            </a:extLst>
          </p:cNvPr>
          <p:cNvSpPr>
            <a:spLocks noGrp="1"/>
          </p:cNvSpPr>
          <p:nvPr>
            <p:ph type="sldNum" sz="quarter" idx="4"/>
          </p:nvPr>
        </p:nvSpPr>
        <p:spPr/>
        <p:txBody>
          <a:bodyPr/>
          <a:lstStyle/>
          <a:p>
            <a:fld id="{3D1E95EC-FA06-447C-B439-F51D604829FB}" type="slidenum">
              <a:rPr kumimoji="1" lang="ja-JP" altLang="en-US" smtClean="0"/>
              <a:pPr/>
              <a:t>56</a:t>
            </a:fld>
            <a:endParaRPr kumimoji="1" lang="ja-JP" altLang="en-US" dirty="0"/>
          </a:p>
        </p:txBody>
      </p:sp>
      <p:sp>
        <p:nvSpPr>
          <p:cNvPr id="5" name="テキスト ボックス 4">
            <a:extLst>
              <a:ext uri="{FF2B5EF4-FFF2-40B4-BE49-F238E27FC236}">
                <a16:creationId xmlns:a16="http://schemas.microsoft.com/office/drawing/2014/main" id="{3893195D-1D6A-4688-B394-CAD64A77C67C}"/>
              </a:ext>
            </a:extLst>
          </p:cNvPr>
          <p:cNvSpPr txBox="1"/>
          <p:nvPr/>
        </p:nvSpPr>
        <p:spPr>
          <a:xfrm>
            <a:off x="4289974" y="1000055"/>
            <a:ext cx="4524242" cy="5206209"/>
          </a:xfrm>
          <a:prstGeom prst="rect">
            <a:avLst/>
          </a:prstGeom>
          <a:noFill/>
          <a:ln w="28575">
            <a:solidFill>
              <a:schemeClr val="tx1"/>
            </a:solidFill>
          </a:ln>
        </p:spPr>
        <p:txBody>
          <a:bodyPr wrap="square" rtlCol="0">
            <a:spAutoFit/>
          </a:bodyPr>
          <a:lstStyle/>
          <a:p>
            <a:pPr algn="l"/>
            <a:r>
              <a:rPr kumimoji="1" lang="en-US" altLang="ja-JP" sz="1600" dirty="0"/>
              <a:t>import </a:t>
            </a:r>
            <a:r>
              <a:rPr kumimoji="1" lang="en-US" altLang="ja-JP" sz="1600" dirty="0" err="1"/>
              <a:t>java.util.Arrays</a:t>
            </a:r>
            <a:r>
              <a:rPr kumimoji="1" lang="en-US" altLang="ja-JP" sz="1600" dirty="0"/>
              <a:t>;</a:t>
            </a:r>
          </a:p>
          <a:p>
            <a:pPr algn="l"/>
            <a:r>
              <a:rPr kumimoji="1" lang="en-US" altLang="ja-JP" sz="1600" dirty="0"/>
              <a:t>import </a:t>
            </a:r>
            <a:r>
              <a:rPr kumimoji="1" lang="en-US" altLang="ja-JP" sz="1600" dirty="0" err="1"/>
              <a:t>java.util.Scanner</a:t>
            </a:r>
            <a:r>
              <a:rPr kumimoji="1" lang="en-US" altLang="ja-JP" sz="1600" dirty="0"/>
              <a:t>;</a:t>
            </a:r>
          </a:p>
          <a:p>
            <a:pPr algn="l"/>
            <a:r>
              <a:rPr kumimoji="1" lang="en-US" altLang="ja-JP" sz="1600" dirty="0"/>
              <a:t>import </a:t>
            </a:r>
            <a:r>
              <a:rPr kumimoji="1" lang="en-US" altLang="ja-JP" sz="1600" dirty="0" err="1"/>
              <a:t>java.util.ArrayList</a:t>
            </a:r>
            <a:r>
              <a:rPr kumimoji="1" lang="en-US" altLang="ja-JP" sz="1600" dirty="0"/>
              <a:t>;</a:t>
            </a:r>
          </a:p>
          <a:p>
            <a:pPr algn="l"/>
            <a:r>
              <a:rPr kumimoji="1" lang="en-US" altLang="ja-JP" sz="1600" dirty="0"/>
              <a:t>import </a:t>
            </a:r>
            <a:r>
              <a:rPr kumimoji="1" lang="en-US" altLang="ja-JP" sz="1600" dirty="0" err="1"/>
              <a:t>java.util.List</a:t>
            </a:r>
            <a:r>
              <a:rPr kumimoji="1" lang="en-US" altLang="ja-JP" sz="1600" dirty="0"/>
              <a:t>;</a:t>
            </a:r>
          </a:p>
          <a:p>
            <a:pPr algn="l"/>
            <a:endParaRPr kumimoji="1" lang="en-US" altLang="ja-JP" sz="1600" dirty="0"/>
          </a:p>
          <a:p>
            <a:pPr algn="l"/>
            <a:r>
              <a:rPr kumimoji="1" lang="en-US" altLang="ja-JP" sz="1600" dirty="0"/>
              <a:t>public class Main {</a:t>
            </a:r>
          </a:p>
          <a:p>
            <a:pPr algn="l"/>
            <a:endParaRPr kumimoji="1" lang="en-US" altLang="ja-JP" sz="1600" dirty="0"/>
          </a:p>
          <a:p>
            <a:pPr algn="l"/>
            <a:r>
              <a:rPr kumimoji="1" lang="en-US" altLang="ja-JP" sz="1600" dirty="0"/>
              <a:t>  static Scanner </a:t>
            </a:r>
            <a:r>
              <a:rPr kumimoji="1" lang="en-US" altLang="ja-JP" sz="1600" dirty="0" err="1"/>
              <a:t>sc</a:t>
            </a:r>
            <a:r>
              <a:rPr kumimoji="1" lang="en-US" altLang="ja-JP" sz="1600" dirty="0"/>
              <a:t> = new Scanner(System.in);</a:t>
            </a:r>
          </a:p>
          <a:p>
            <a:pPr algn="l"/>
            <a:endParaRPr kumimoji="1" lang="en-US" altLang="ja-JP" sz="1600" dirty="0"/>
          </a:p>
          <a:p>
            <a:pPr algn="l"/>
            <a:r>
              <a:rPr kumimoji="1" lang="en-US" altLang="ja-JP" sz="1600" dirty="0"/>
              <a:t>  public static void main(String[] </a:t>
            </a:r>
            <a:r>
              <a:rPr kumimoji="1" lang="en-US" altLang="ja-JP" sz="1600" dirty="0" err="1"/>
              <a:t>args</a:t>
            </a:r>
            <a:r>
              <a:rPr kumimoji="1" lang="en-US" altLang="ja-JP" sz="1600" dirty="0"/>
              <a:t>) {</a:t>
            </a:r>
          </a:p>
          <a:p>
            <a:pPr algn="l"/>
            <a:r>
              <a:rPr kumimoji="1" lang="en-US" altLang="ja-JP" sz="1600" dirty="0"/>
              <a:t>    int n = </a:t>
            </a:r>
            <a:r>
              <a:rPr kumimoji="1" lang="en-US" altLang="ja-JP" sz="1600" dirty="0" err="1"/>
              <a:t>sc.nextInt</a:t>
            </a:r>
            <a:r>
              <a:rPr kumimoji="1" lang="en-US" altLang="ja-JP" sz="1600" dirty="0"/>
              <a:t>();</a:t>
            </a:r>
          </a:p>
          <a:p>
            <a:pPr algn="l"/>
            <a:r>
              <a:rPr kumimoji="1" lang="en-US" altLang="ja-JP" sz="1600" dirty="0"/>
              <a:t>    int </a:t>
            </a:r>
            <a:r>
              <a:rPr kumimoji="1" lang="en-US" altLang="ja-JP" sz="1600" dirty="0" err="1"/>
              <a:t>ans</a:t>
            </a:r>
            <a:r>
              <a:rPr kumimoji="1" lang="en-US" altLang="ja-JP" sz="1600" dirty="0"/>
              <a:t>;</a:t>
            </a:r>
          </a:p>
          <a:p>
            <a:pPr algn="l"/>
            <a:r>
              <a:rPr kumimoji="1" lang="en-US" altLang="ja-JP" sz="1600" dirty="0"/>
              <a:t>    if (n%2 == 0){</a:t>
            </a:r>
          </a:p>
          <a:p>
            <a:pPr algn="l"/>
            <a:r>
              <a:rPr kumimoji="1" lang="en-US" altLang="ja-JP" sz="1600" dirty="0"/>
              <a:t>      </a:t>
            </a:r>
            <a:r>
              <a:rPr kumimoji="1" lang="en-US" altLang="ja-JP" sz="1600" dirty="0" err="1"/>
              <a:t>ans</a:t>
            </a:r>
            <a:r>
              <a:rPr kumimoji="1" lang="en-US" altLang="ja-JP" sz="1600" dirty="0"/>
              <a:t> = n;</a:t>
            </a:r>
          </a:p>
          <a:p>
            <a:pPr algn="l"/>
            <a:r>
              <a:rPr kumimoji="1" lang="en-US" altLang="ja-JP" sz="1600" dirty="0"/>
              <a:t>    }else{</a:t>
            </a:r>
          </a:p>
          <a:p>
            <a:pPr algn="l"/>
            <a:r>
              <a:rPr kumimoji="1" lang="en-US" altLang="ja-JP" sz="1600" dirty="0"/>
              <a:t>      </a:t>
            </a:r>
            <a:r>
              <a:rPr kumimoji="1" lang="en-US" altLang="ja-JP" sz="1600" dirty="0" err="1"/>
              <a:t>ans</a:t>
            </a:r>
            <a:r>
              <a:rPr kumimoji="1" lang="en-US" altLang="ja-JP" sz="1600" dirty="0"/>
              <a:t> = n*2;</a:t>
            </a:r>
          </a:p>
          <a:p>
            <a:pPr algn="l"/>
            <a:r>
              <a:rPr kumimoji="1" lang="en-US" altLang="ja-JP" sz="1600" dirty="0"/>
              <a:t>    }</a:t>
            </a:r>
          </a:p>
          <a:p>
            <a:pPr algn="l"/>
            <a:r>
              <a:rPr kumimoji="1" lang="en-US" altLang="ja-JP" sz="1600" dirty="0"/>
              <a:t>    </a:t>
            </a:r>
            <a:r>
              <a:rPr kumimoji="1" lang="en-US" altLang="ja-JP" sz="1600" dirty="0" err="1"/>
              <a:t>System.out.println</a:t>
            </a:r>
            <a:r>
              <a:rPr kumimoji="1" lang="en-US" altLang="ja-JP" sz="1600" dirty="0"/>
              <a:t>(</a:t>
            </a:r>
            <a:r>
              <a:rPr kumimoji="1" lang="en-US" altLang="ja-JP" sz="1600" dirty="0" err="1"/>
              <a:t>ans</a:t>
            </a:r>
            <a:r>
              <a:rPr kumimoji="1" lang="en-US" altLang="ja-JP" sz="1600" dirty="0"/>
              <a:t>);</a:t>
            </a:r>
          </a:p>
          <a:p>
            <a:pPr algn="l"/>
            <a:r>
              <a:rPr kumimoji="1" lang="en-US" altLang="ja-JP" sz="1600" dirty="0"/>
              <a:t>  }</a:t>
            </a:r>
          </a:p>
          <a:p>
            <a:pPr algn="l"/>
            <a:r>
              <a:rPr kumimoji="1" lang="en-US" altLang="ja-JP" sz="1600" dirty="0"/>
              <a:t>}</a:t>
            </a:r>
          </a:p>
        </p:txBody>
      </p:sp>
    </p:spTree>
    <p:extLst>
      <p:ext uri="{BB962C8B-B14F-4D97-AF65-F5344CB8AC3E}">
        <p14:creationId xmlns:p14="http://schemas.microsoft.com/office/powerpoint/2010/main" val="35478386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F5379-0B41-46BF-BDA4-0FF9F16A6CEF}"/>
              </a:ext>
            </a:extLst>
          </p:cNvPr>
          <p:cNvSpPr>
            <a:spLocks noGrp="1"/>
          </p:cNvSpPr>
          <p:nvPr>
            <p:ph type="title"/>
          </p:nvPr>
        </p:nvSpPr>
        <p:spPr/>
        <p:txBody>
          <a:bodyPr>
            <a:normAutofit fontScale="90000"/>
          </a:bodyPr>
          <a:lstStyle/>
          <a:p>
            <a:r>
              <a:rPr lang="ja-JP" altLang="en-US" dirty="0"/>
              <a:t>可読性の評価値が被験者によって異なる</a:t>
            </a:r>
            <a:r>
              <a:rPr kumimoji="1" lang="ja-JP" altLang="en-US" dirty="0"/>
              <a:t>コード </a:t>
            </a:r>
          </a:p>
        </p:txBody>
      </p:sp>
      <p:sp>
        <p:nvSpPr>
          <p:cNvPr id="3" name="コンテンツ プレースホルダー 2">
            <a:extLst>
              <a:ext uri="{FF2B5EF4-FFF2-40B4-BE49-F238E27FC236}">
                <a16:creationId xmlns:a16="http://schemas.microsoft.com/office/drawing/2014/main" id="{22D0D4F5-063A-4FAF-AB4F-3E616DF301E6}"/>
              </a:ext>
            </a:extLst>
          </p:cNvPr>
          <p:cNvSpPr>
            <a:spLocks noGrp="1"/>
          </p:cNvSpPr>
          <p:nvPr>
            <p:ph idx="1"/>
          </p:nvPr>
        </p:nvSpPr>
        <p:spPr/>
        <p:txBody>
          <a:bodyPr/>
          <a:lstStyle/>
          <a:p>
            <a:r>
              <a:rPr kumimoji="1" lang="en-US" altLang="ja-JP" dirty="0"/>
              <a:t>ABC102-3</a:t>
            </a:r>
          </a:p>
          <a:p>
            <a:pPr lvl="1"/>
            <a:r>
              <a:rPr kumimoji="1" lang="ja-JP" altLang="en-US" dirty="0"/>
              <a:t>行数が短い</a:t>
            </a:r>
          </a:p>
        </p:txBody>
      </p:sp>
      <p:sp>
        <p:nvSpPr>
          <p:cNvPr id="4" name="スライド番号プレースホルダー 3">
            <a:extLst>
              <a:ext uri="{FF2B5EF4-FFF2-40B4-BE49-F238E27FC236}">
                <a16:creationId xmlns:a16="http://schemas.microsoft.com/office/drawing/2014/main" id="{1D59E441-9758-4D49-B789-9913D3A15B3B}"/>
              </a:ext>
            </a:extLst>
          </p:cNvPr>
          <p:cNvSpPr>
            <a:spLocks noGrp="1"/>
          </p:cNvSpPr>
          <p:nvPr>
            <p:ph type="sldNum" sz="quarter" idx="4"/>
          </p:nvPr>
        </p:nvSpPr>
        <p:spPr/>
        <p:txBody>
          <a:bodyPr/>
          <a:lstStyle/>
          <a:p>
            <a:fld id="{3D1E95EC-FA06-447C-B439-F51D604829FB}" type="slidenum">
              <a:rPr kumimoji="1" lang="ja-JP" altLang="en-US" smtClean="0"/>
              <a:pPr/>
              <a:t>57</a:t>
            </a:fld>
            <a:endParaRPr kumimoji="1" lang="ja-JP" altLang="en-US" dirty="0"/>
          </a:p>
        </p:txBody>
      </p:sp>
      <p:sp>
        <p:nvSpPr>
          <p:cNvPr id="5" name="テキスト ボックス 4">
            <a:extLst>
              <a:ext uri="{FF2B5EF4-FFF2-40B4-BE49-F238E27FC236}">
                <a16:creationId xmlns:a16="http://schemas.microsoft.com/office/drawing/2014/main" id="{180E3636-ACD4-471A-A000-29461F07946A}"/>
              </a:ext>
            </a:extLst>
          </p:cNvPr>
          <p:cNvSpPr txBox="1"/>
          <p:nvPr/>
        </p:nvSpPr>
        <p:spPr>
          <a:xfrm>
            <a:off x="3315614" y="1071460"/>
            <a:ext cx="5618524" cy="2862322"/>
          </a:xfrm>
          <a:prstGeom prst="rect">
            <a:avLst/>
          </a:prstGeom>
          <a:noFill/>
          <a:ln w="28575">
            <a:solidFill>
              <a:schemeClr val="tx1"/>
            </a:solidFill>
          </a:ln>
        </p:spPr>
        <p:txBody>
          <a:bodyPr wrap="square" rtlCol="0">
            <a:spAutoFit/>
          </a:bodyPr>
          <a:lstStyle/>
          <a:p>
            <a:pPr algn="l"/>
            <a:r>
              <a:rPr kumimoji="1" lang="en-US" altLang="ja-JP" sz="2000" dirty="0"/>
              <a:t>import </a:t>
            </a:r>
            <a:r>
              <a:rPr kumimoji="1" lang="en-US" altLang="ja-JP" sz="2000" dirty="0" err="1"/>
              <a:t>java.util</a:t>
            </a:r>
            <a:r>
              <a:rPr kumimoji="1" lang="en-US" altLang="ja-JP" sz="2000" dirty="0"/>
              <a:t>.*;</a:t>
            </a:r>
          </a:p>
          <a:p>
            <a:pPr algn="l"/>
            <a:endParaRPr kumimoji="1" lang="en-US" altLang="ja-JP" sz="2000" dirty="0"/>
          </a:p>
          <a:p>
            <a:pPr algn="l"/>
            <a:r>
              <a:rPr kumimoji="1" lang="en-US" altLang="ja-JP" sz="2000" dirty="0"/>
              <a:t>class Main{</a:t>
            </a:r>
          </a:p>
          <a:p>
            <a:pPr algn="l"/>
            <a:r>
              <a:rPr kumimoji="1" lang="en-US" altLang="ja-JP" sz="2000" dirty="0"/>
              <a:t>	public static void main(String[] </a:t>
            </a:r>
            <a:r>
              <a:rPr kumimoji="1" lang="en-US" altLang="ja-JP" sz="2000" dirty="0" err="1"/>
              <a:t>args</a:t>
            </a:r>
            <a:r>
              <a:rPr kumimoji="1" lang="en-US" altLang="ja-JP" sz="2000" dirty="0"/>
              <a:t>){</a:t>
            </a:r>
          </a:p>
          <a:p>
            <a:pPr algn="l"/>
            <a:r>
              <a:rPr kumimoji="1" lang="en-US" altLang="ja-JP" sz="2000" dirty="0"/>
              <a:t>		Scanner </a:t>
            </a:r>
            <a:r>
              <a:rPr kumimoji="1" lang="en-US" altLang="ja-JP" sz="2000" dirty="0" err="1"/>
              <a:t>sc</a:t>
            </a:r>
            <a:r>
              <a:rPr kumimoji="1" lang="en-US" altLang="ja-JP" sz="2000" dirty="0"/>
              <a:t> = new Scanner(System.in);</a:t>
            </a:r>
          </a:p>
          <a:p>
            <a:pPr algn="l"/>
            <a:r>
              <a:rPr kumimoji="1" lang="en-US" altLang="ja-JP" sz="2000" dirty="0"/>
              <a:t>		int n = </a:t>
            </a:r>
            <a:r>
              <a:rPr kumimoji="1" lang="en-US" altLang="ja-JP" sz="2000" dirty="0" err="1"/>
              <a:t>sc.nextInt</a:t>
            </a:r>
            <a:r>
              <a:rPr kumimoji="1" lang="en-US" altLang="ja-JP" sz="2000" dirty="0"/>
              <a:t>();</a:t>
            </a:r>
          </a:p>
          <a:p>
            <a:pPr algn="l"/>
            <a:r>
              <a:rPr kumimoji="1" lang="en-US" altLang="ja-JP" sz="2000" dirty="0"/>
              <a:t>		</a:t>
            </a:r>
            <a:r>
              <a:rPr kumimoji="1" lang="en-US" altLang="ja-JP" sz="2000" dirty="0" err="1"/>
              <a:t>System.out.println</a:t>
            </a:r>
            <a:r>
              <a:rPr kumimoji="1" lang="en-US" altLang="ja-JP" sz="2000" dirty="0"/>
              <a:t>(n  &lt;&lt; (n % 2));</a:t>
            </a:r>
          </a:p>
          <a:p>
            <a:pPr algn="l"/>
            <a:r>
              <a:rPr kumimoji="1" lang="en-US" altLang="ja-JP" sz="2000" dirty="0"/>
              <a:t>	}</a:t>
            </a:r>
          </a:p>
          <a:p>
            <a:pPr algn="l"/>
            <a:r>
              <a:rPr kumimoji="1" lang="en-US" altLang="ja-JP" sz="2000" dirty="0"/>
              <a:t>}</a:t>
            </a:r>
            <a:endParaRPr kumimoji="1" lang="ja-JP" altLang="en-US" sz="2000" dirty="0"/>
          </a:p>
        </p:txBody>
      </p:sp>
    </p:spTree>
    <p:extLst>
      <p:ext uri="{BB962C8B-B14F-4D97-AF65-F5344CB8AC3E}">
        <p14:creationId xmlns:p14="http://schemas.microsoft.com/office/powerpoint/2010/main" val="3860934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9C7A37-64C3-48AA-B3C8-D62C89680FB8}"/>
              </a:ext>
            </a:extLst>
          </p:cNvPr>
          <p:cNvSpPr>
            <a:spLocks noGrp="1"/>
          </p:cNvSpPr>
          <p:nvPr>
            <p:ph type="title"/>
          </p:nvPr>
        </p:nvSpPr>
        <p:spPr/>
        <p:txBody>
          <a:bodyPr>
            <a:normAutofit fontScale="90000"/>
          </a:bodyPr>
          <a:lstStyle/>
          <a:p>
            <a:r>
              <a:rPr lang="ja-JP" altLang="en-US" dirty="0"/>
              <a:t>可読性の評価値が被験者によって異なる</a:t>
            </a:r>
            <a:r>
              <a:rPr kumimoji="1" lang="ja-JP" altLang="en-US" dirty="0"/>
              <a:t>コード </a:t>
            </a:r>
          </a:p>
        </p:txBody>
      </p:sp>
      <p:sp>
        <p:nvSpPr>
          <p:cNvPr id="3" name="コンテンツ プレースホルダー 2">
            <a:extLst>
              <a:ext uri="{FF2B5EF4-FFF2-40B4-BE49-F238E27FC236}">
                <a16:creationId xmlns:a16="http://schemas.microsoft.com/office/drawing/2014/main" id="{F87B7AB5-35C9-45B0-9AD0-6F9F7E02945D}"/>
              </a:ext>
            </a:extLst>
          </p:cNvPr>
          <p:cNvSpPr>
            <a:spLocks noGrp="1"/>
          </p:cNvSpPr>
          <p:nvPr>
            <p:ph idx="1"/>
          </p:nvPr>
        </p:nvSpPr>
        <p:spPr/>
        <p:txBody>
          <a:bodyPr/>
          <a:lstStyle/>
          <a:p>
            <a:r>
              <a:rPr kumimoji="1" lang="en-US" altLang="ja-JP" dirty="0"/>
              <a:t>ABC102-10</a:t>
            </a:r>
          </a:p>
          <a:p>
            <a:pPr lvl="1"/>
            <a:r>
              <a:rPr kumimoji="1" lang="ja-JP" altLang="en-US" dirty="0"/>
              <a:t>使用されていない</a:t>
            </a:r>
            <a:br>
              <a:rPr kumimoji="1" lang="en-US" altLang="ja-JP" dirty="0"/>
            </a:br>
            <a:r>
              <a:rPr kumimoji="1" lang="ja-JP" altLang="en-US" dirty="0"/>
              <a:t>関数がある</a:t>
            </a:r>
            <a:endParaRPr kumimoji="1" lang="en-US" altLang="ja-JP" dirty="0"/>
          </a:p>
        </p:txBody>
      </p:sp>
      <p:sp>
        <p:nvSpPr>
          <p:cNvPr id="4" name="スライド番号プレースホルダー 3">
            <a:extLst>
              <a:ext uri="{FF2B5EF4-FFF2-40B4-BE49-F238E27FC236}">
                <a16:creationId xmlns:a16="http://schemas.microsoft.com/office/drawing/2014/main" id="{FCED6754-5BEE-4557-A7C7-21E448EDE595}"/>
              </a:ext>
            </a:extLst>
          </p:cNvPr>
          <p:cNvSpPr>
            <a:spLocks noGrp="1"/>
          </p:cNvSpPr>
          <p:nvPr>
            <p:ph type="sldNum" sz="quarter" idx="4"/>
          </p:nvPr>
        </p:nvSpPr>
        <p:spPr/>
        <p:txBody>
          <a:bodyPr/>
          <a:lstStyle/>
          <a:p>
            <a:fld id="{3D1E95EC-FA06-447C-B439-F51D604829FB}" type="slidenum">
              <a:rPr kumimoji="1" lang="ja-JP" altLang="en-US" smtClean="0"/>
              <a:pPr/>
              <a:t>58</a:t>
            </a:fld>
            <a:endParaRPr kumimoji="1" lang="ja-JP" altLang="en-US" dirty="0"/>
          </a:p>
        </p:txBody>
      </p:sp>
      <p:sp>
        <p:nvSpPr>
          <p:cNvPr id="5" name="テキスト ボックス 4">
            <a:extLst>
              <a:ext uri="{FF2B5EF4-FFF2-40B4-BE49-F238E27FC236}">
                <a16:creationId xmlns:a16="http://schemas.microsoft.com/office/drawing/2014/main" id="{13EF01A8-5C74-44E2-90DF-A9DBDD2FB0F8}"/>
              </a:ext>
            </a:extLst>
          </p:cNvPr>
          <p:cNvSpPr txBox="1"/>
          <p:nvPr/>
        </p:nvSpPr>
        <p:spPr>
          <a:xfrm>
            <a:off x="4394906" y="965093"/>
            <a:ext cx="4404321" cy="5262979"/>
          </a:xfrm>
          <a:prstGeom prst="rect">
            <a:avLst/>
          </a:prstGeom>
          <a:noFill/>
          <a:ln w="28575">
            <a:solidFill>
              <a:schemeClr val="tx1"/>
            </a:solidFill>
          </a:ln>
        </p:spPr>
        <p:txBody>
          <a:bodyPr wrap="square" rtlCol="0">
            <a:spAutoFit/>
          </a:bodyPr>
          <a:lstStyle/>
          <a:p>
            <a:pPr algn="l"/>
            <a:r>
              <a:rPr kumimoji="1" lang="en-US" altLang="ja-JP" sz="1400" dirty="0"/>
              <a:t>import </a:t>
            </a:r>
            <a:r>
              <a:rPr kumimoji="1" lang="en-US" altLang="ja-JP" sz="1400" dirty="0" err="1"/>
              <a:t>java.util</a:t>
            </a:r>
            <a:r>
              <a:rPr kumimoji="1" lang="en-US" altLang="ja-JP" sz="1400" dirty="0"/>
              <a:t>.*;</a:t>
            </a:r>
          </a:p>
          <a:p>
            <a:pPr algn="l"/>
            <a:endParaRPr kumimoji="1" lang="en-US" altLang="ja-JP" sz="1400" dirty="0"/>
          </a:p>
          <a:p>
            <a:pPr algn="l"/>
            <a:r>
              <a:rPr kumimoji="1" lang="en-US" altLang="ja-JP" sz="1400" dirty="0"/>
              <a:t>public class Main {</a:t>
            </a:r>
          </a:p>
          <a:p>
            <a:pPr algn="l"/>
            <a:endParaRPr kumimoji="1" lang="en-US" altLang="ja-JP" sz="1400" dirty="0"/>
          </a:p>
          <a:p>
            <a:pPr algn="l"/>
            <a:r>
              <a:rPr kumimoji="1" lang="en-US" altLang="ja-JP" sz="1400" dirty="0"/>
              <a:t>	static int GCD(int a, int b) {</a:t>
            </a:r>
          </a:p>
          <a:p>
            <a:pPr algn="l"/>
            <a:r>
              <a:rPr kumimoji="1" lang="en-US" altLang="ja-JP" sz="1400" dirty="0"/>
              <a:t>		if (b == 0) return a;</a:t>
            </a:r>
          </a:p>
          <a:p>
            <a:pPr algn="l"/>
            <a:r>
              <a:rPr kumimoji="1" lang="en-US" altLang="ja-JP" sz="1400" dirty="0"/>
              <a:t>		return GCD(b, a % b);</a:t>
            </a:r>
          </a:p>
          <a:p>
            <a:pPr algn="l"/>
            <a:r>
              <a:rPr kumimoji="1" lang="en-US" altLang="ja-JP" sz="1400" dirty="0"/>
              <a:t>	}</a:t>
            </a:r>
          </a:p>
          <a:p>
            <a:pPr algn="l"/>
            <a:endParaRPr kumimoji="1" lang="en-US" altLang="ja-JP" sz="1400" dirty="0"/>
          </a:p>
          <a:p>
            <a:pPr algn="l"/>
            <a:r>
              <a:rPr kumimoji="1" lang="en-US" altLang="ja-JP" sz="1400" dirty="0"/>
              <a:t>	static int LCM(int a, int b) {</a:t>
            </a:r>
          </a:p>
          <a:p>
            <a:pPr algn="l"/>
            <a:r>
              <a:rPr kumimoji="1" lang="en-US" altLang="ja-JP" sz="1400" dirty="0"/>
              <a:t>		return b * a / GCD(a, b);</a:t>
            </a:r>
          </a:p>
          <a:p>
            <a:pPr algn="l"/>
            <a:r>
              <a:rPr kumimoji="1" lang="en-US" altLang="ja-JP" sz="1400" dirty="0"/>
              <a:t>	}</a:t>
            </a:r>
          </a:p>
          <a:p>
            <a:pPr algn="l"/>
            <a:endParaRPr kumimoji="1" lang="en-US" altLang="ja-JP" sz="1400" dirty="0"/>
          </a:p>
          <a:p>
            <a:pPr algn="l"/>
            <a:r>
              <a:rPr kumimoji="1" lang="en-US" altLang="ja-JP" sz="1400" dirty="0"/>
              <a:t>	static void solve() {</a:t>
            </a:r>
          </a:p>
          <a:p>
            <a:pPr algn="l"/>
            <a:r>
              <a:rPr kumimoji="1" lang="en-US" altLang="ja-JP" sz="1400" dirty="0"/>
              <a:t>		Scanner </a:t>
            </a:r>
            <a:r>
              <a:rPr kumimoji="1" lang="en-US" altLang="ja-JP" sz="1400" dirty="0" err="1"/>
              <a:t>sc</a:t>
            </a:r>
            <a:r>
              <a:rPr kumimoji="1" lang="en-US" altLang="ja-JP" sz="1400" dirty="0"/>
              <a:t> = new Scanner(System.in);</a:t>
            </a:r>
          </a:p>
          <a:p>
            <a:pPr algn="l"/>
            <a:r>
              <a:rPr kumimoji="1" lang="en-US" altLang="ja-JP" sz="1400" dirty="0"/>
              <a:t>		int N = </a:t>
            </a:r>
            <a:r>
              <a:rPr kumimoji="1" lang="en-US" altLang="ja-JP" sz="1400" dirty="0" err="1"/>
              <a:t>sc.nextInt</a:t>
            </a:r>
            <a:r>
              <a:rPr kumimoji="1" lang="en-US" altLang="ja-JP" sz="1400" dirty="0"/>
              <a:t>();</a:t>
            </a:r>
          </a:p>
          <a:p>
            <a:pPr algn="l"/>
            <a:r>
              <a:rPr kumimoji="1" lang="en-US" altLang="ja-JP" sz="1400" dirty="0"/>
              <a:t>		</a:t>
            </a:r>
            <a:r>
              <a:rPr kumimoji="1" lang="en-US" altLang="ja-JP" sz="1400" dirty="0" err="1"/>
              <a:t>System.out.println</a:t>
            </a:r>
            <a:r>
              <a:rPr kumimoji="1" lang="en-US" altLang="ja-JP" sz="1400" dirty="0"/>
              <a:t>(LCM(2,N));</a:t>
            </a:r>
          </a:p>
          <a:p>
            <a:pPr algn="l"/>
            <a:r>
              <a:rPr kumimoji="1" lang="en-US" altLang="ja-JP" sz="1400" dirty="0"/>
              <a:t>		</a:t>
            </a:r>
            <a:r>
              <a:rPr kumimoji="1" lang="en-US" altLang="ja-JP" sz="1400" dirty="0" err="1"/>
              <a:t>sc.close</a:t>
            </a:r>
            <a:r>
              <a:rPr kumimoji="1" lang="en-US" altLang="ja-JP" sz="1400" dirty="0"/>
              <a:t>();</a:t>
            </a:r>
          </a:p>
          <a:p>
            <a:pPr algn="l"/>
            <a:r>
              <a:rPr kumimoji="1" lang="en-US" altLang="ja-JP" sz="1400" dirty="0"/>
              <a:t>	}</a:t>
            </a:r>
          </a:p>
          <a:p>
            <a:pPr algn="l"/>
            <a:endParaRPr kumimoji="1" lang="en-US" altLang="ja-JP" sz="1400" dirty="0"/>
          </a:p>
          <a:p>
            <a:pPr algn="l"/>
            <a:r>
              <a:rPr kumimoji="1" lang="en-US" altLang="ja-JP" sz="1400" dirty="0"/>
              <a:t>	public static void main(String[] </a:t>
            </a:r>
            <a:r>
              <a:rPr kumimoji="1" lang="en-US" altLang="ja-JP" sz="1400" dirty="0" err="1"/>
              <a:t>args</a:t>
            </a:r>
            <a:r>
              <a:rPr kumimoji="1" lang="en-US" altLang="ja-JP" sz="1400" dirty="0"/>
              <a:t>) {</a:t>
            </a:r>
          </a:p>
          <a:p>
            <a:pPr algn="l"/>
            <a:r>
              <a:rPr kumimoji="1" lang="en-US" altLang="ja-JP" sz="1400" dirty="0"/>
              <a:t>		solve();</a:t>
            </a:r>
          </a:p>
          <a:p>
            <a:pPr algn="l"/>
            <a:r>
              <a:rPr kumimoji="1" lang="en-US" altLang="ja-JP" sz="1400" dirty="0"/>
              <a:t>	}</a:t>
            </a:r>
          </a:p>
          <a:p>
            <a:pPr algn="l"/>
            <a:r>
              <a:rPr kumimoji="1" lang="en-US" altLang="ja-JP" sz="1400" dirty="0"/>
              <a:t>}</a:t>
            </a:r>
          </a:p>
        </p:txBody>
      </p:sp>
    </p:spTree>
    <p:extLst>
      <p:ext uri="{BB962C8B-B14F-4D97-AF65-F5344CB8AC3E}">
        <p14:creationId xmlns:p14="http://schemas.microsoft.com/office/powerpoint/2010/main" val="17635762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DE290-9D70-4C3D-9532-3FE8F4C97613}"/>
              </a:ext>
            </a:extLst>
          </p:cNvPr>
          <p:cNvSpPr>
            <a:spLocks noGrp="1"/>
          </p:cNvSpPr>
          <p:nvPr>
            <p:ph type="title"/>
          </p:nvPr>
        </p:nvSpPr>
        <p:spPr/>
        <p:txBody>
          <a:bodyPr/>
          <a:lstStyle/>
          <a:p>
            <a:r>
              <a:rPr kumimoji="1" lang="en-US" altLang="ja-JP" dirty="0"/>
              <a:t>ABC101</a:t>
            </a:r>
            <a:r>
              <a:rPr kumimoji="1" lang="ja-JP" altLang="en-US" dirty="0"/>
              <a:t>の調査結果（レーベン）</a:t>
            </a:r>
          </a:p>
        </p:txBody>
      </p:sp>
      <p:sp>
        <p:nvSpPr>
          <p:cNvPr id="3" name="コンテンツ プレースホルダー 2">
            <a:extLst>
              <a:ext uri="{FF2B5EF4-FFF2-40B4-BE49-F238E27FC236}">
                <a16:creationId xmlns:a16="http://schemas.microsoft.com/office/drawing/2014/main" id="{80CBC842-3B0F-4521-BB61-AC92B5E00E83}"/>
              </a:ext>
            </a:extLst>
          </p:cNvPr>
          <p:cNvSpPr>
            <a:spLocks noGrp="1"/>
          </p:cNvSpPr>
          <p:nvPr>
            <p:ph idx="1"/>
          </p:nvPr>
        </p:nvSpPr>
        <p:spPr/>
        <p:txBody>
          <a:bodyPr/>
          <a:lstStyle/>
          <a:p>
            <a:r>
              <a:rPr lang="ja-JP" altLang="en-US" dirty="0"/>
              <a:t>黄色の背景：可読性が高いコード間の類似度</a:t>
            </a:r>
            <a:endParaRPr lang="en-US" altLang="ja-JP" dirty="0"/>
          </a:p>
          <a:p>
            <a:r>
              <a:rPr lang="ja-JP" altLang="en-US" dirty="0"/>
              <a:t>太い数字　：</a:t>
            </a:r>
            <a:r>
              <a:rPr kumimoji="1" lang="ja-JP" altLang="en-US" dirty="0"/>
              <a:t>高いと判断された類似度</a:t>
            </a:r>
          </a:p>
        </p:txBody>
      </p:sp>
      <p:sp>
        <p:nvSpPr>
          <p:cNvPr id="4" name="スライド番号プレースホルダー 3">
            <a:extLst>
              <a:ext uri="{FF2B5EF4-FFF2-40B4-BE49-F238E27FC236}">
                <a16:creationId xmlns:a16="http://schemas.microsoft.com/office/drawing/2014/main" id="{D1514DBC-9549-46CC-81F9-6F25CCF310EF}"/>
              </a:ext>
            </a:extLst>
          </p:cNvPr>
          <p:cNvSpPr>
            <a:spLocks noGrp="1"/>
          </p:cNvSpPr>
          <p:nvPr>
            <p:ph type="sldNum" sz="quarter" idx="4"/>
          </p:nvPr>
        </p:nvSpPr>
        <p:spPr/>
        <p:txBody>
          <a:bodyPr/>
          <a:lstStyle/>
          <a:p>
            <a:fld id="{3D1E95EC-FA06-447C-B439-F51D604829FB}" type="slidenum">
              <a:rPr kumimoji="1" lang="ja-JP" altLang="en-US" smtClean="0"/>
              <a:pPr/>
              <a:t>59</a:t>
            </a:fld>
            <a:endParaRPr kumimoji="1" lang="ja-JP" altLang="en-US" dirty="0"/>
          </a:p>
        </p:txBody>
      </p:sp>
      <p:pic>
        <p:nvPicPr>
          <p:cNvPr id="6" name="図 5">
            <a:extLst>
              <a:ext uri="{FF2B5EF4-FFF2-40B4-BE49-F238E27FC236}">
                <a16:creationId xmlns:a16="http://schemas.microsoft.com/office/drawing/2014/main" id="{AE2E42C4-DECF-4463-ADF5-80BCE206D9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864" y="2856099"/>
            <a:ext cx="9116270" cy="2856615"/>
          </a:xfrm>
          <a:prstGeom prst="rect">
            <a:avLst/>
          </a:prstGeom>
        </p:spPr>
      </p:pic>
    </p:spTree>
    <p:extLst>
      <p:ext uri="{BB962C8B-B14F-4D97-AF65-F5344CB8AC3E}">
        <p14:creationId xmlns:p14="http://schemas.microsoft.com/office/powerpoint/2010/main" val="25384750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DE290-9D70-4C3D-9532-3FE8F4C97613}"/>
              </a:ext>
            </a:extLst>
          </p:cNvPr>
          <p:cNvSpPr>
            <a:spLocks noGrp="1"/>
          </p:cNvSpPr>
          <p:nvPr>
            <p:ph type="title"/>
          </p:nvPr>
        </p:nvSpPr>
        <p:spPr/>
        <p:txBody>
          <a:bodyPr/>
          <a:lstStyle/>
          <a:p>
            <a:r>
              <a:rPr kumimoji="1" lang="en-US" altLang="ja-JP" dirty="0"/>
              <a:t>ABC102</a:t>
            </a:r>
            <a:r>
              <a:rPr kumimoji="1" lang="ja-JP" altLang="en-US" dirty="0"/>
              <a:t>の調査結果（レーベン）</a:t>
            </a:r>
          </a:p>
        </p:txBody>
      </p:sp>
      <p:sp>
        <p:nvSpPr>
          <p:cNvPr id="3" name="コンテンツ プレースホルダー 2">
            <a:extLst>
              <a:ext uri="{FF2B5EF4-FFF2-40B4-BE49-F238E27FC236}">
                <a16:creationId xmlns:a16="http://schemas.microsoft.com/office/drawing/2014/main" id="{80CBC842-3B0F-4521-BB61-AC92B5E00E83}"/>
              </a:ext>
            </a:extLst>
          </p:cNvPr>
          <p:cNvSpPr>
            <a:spLocks noGrp="1"/>
          </p:cNvSpPr>
          <p:nvPr>
            <p:ph idx="1"/>
          </p:nvPr>
        </p:nvSpPr>
        <p:spPr/>
        <p:txBody>
          <a:bodyPr/>
          <a:lstStyle/>
          <a:p>
            <a:r>
              <a:rPr lang="ja-JP" altLang="en-US" dirty="0"/>
              <a:t>黄色の背景：可読性が高いコード間の類似度</a:t>
            </a:r>
            <a:endParaRPr lang="en-US" altLang="ja-JP" dirty="0"/>
          </a:p>
          <a:p>
            <a:r>
              <a:rPr lang="ja-JP" altLang="en-US" dirty="0"/>
              <a:t>太い数字　：</a:t>
            </a:r>
            <a:r>
              <a:rPr kumimoji="1" lang="ja-JP" altLang="en-US" dirty="0"/>
              <a:t>高いと判断された類似度</a:t>
            </a:r>
          </a:p>
        </p:txBody>
      </p:sp>
      <p:sp>
        <p:nvSpPr>
          <p:cNvPr id="4" name="スライド番号プレースホルダー 3">
            <a:extLst>
              <a:ext uri="{FF2B5EF4-FFF2-40B4-BE49-F238E27FC236}">
                <a16:creationId xmlns:a16="http://schemas.microsoft.com/office/drawing/2014/main" id="{D1514DBC-9549-46CC-81F9-6F25CCF310EF}"/>
              </a:ext>
            </a:extLst>
          </p:cNvPr>
          <p:cNvSpPr>
            <a:spLocks noGrp="1"/>
          </p:cNvSpPr>
          <p:nvPr>
            <p:ph type="sldNum" sz="quarter" idx="4"/>
          </p:nvPr>
        </p:nvSpPr>
        <p:spPr/>
        <p:txBody>
          <a:bodyPr/>
          <a:lstStyle/>
          <a:p>
            <a:fld id="{3D1E95EC-FA06-447C-B439-F51D604829FB}" type="slidenum">
              <a:rPr kumimoji="1" lang="ja-JP" altLang="en-US" smtClean="0"/>
              <a:pPr/>
              <a:t>60</a:t>
            </a:fld>
            <a:endParaRPr kumimoji="1" lang="ja-JP" altLang="en-US" dirty="0"/>
          </a:p>
        </p:txBody>
      </p:sp>
      <p:pic>
        <p:nvPicPr>
          <p:cNvPr id="6" name="図 5">
            <a:extLst>
              <a:ext uri="{FF2B5EF4-FFF2-40B4-BE49-F238E27FC236}">
                <a16:creationId xmlns:a16="http://schemas.microsoft.com/office/drawing/2014/main" id="{AE2E42C4-DECF-4463-ADF5-80BCE206D9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939" y="2832652"/>
            <a:ext cx="9140134" cy="2898431"/>
          </a:xfrm>
          <a:prstGeom prst="rect">
            <a:avLst/>
          </a:prstGeom>
        </p:spPr>
      </p:pic>
    </p:spTree>
    <p:extLst>
      <p:ext uri="{BB962C8B-B14F-4D97-AF65-F5344CB8AC3E}">
        <p14:creationId xmlns:p14="http://schemas.microsoft.com/office/powerpoint/2010/main" val="39677641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DE290-9D70-4C3D-9532-3FE8F4C97613}"/>
              </a:ext>
            </a:extLst>
          </p:cNvPr>
          <p:cNvSpPr>
            <a:spLocks noGrp="1"/>
          </p:cNvSpPr>
          <p:nvPr>
            <p:ph type="title"/>
          </p:nvPr>
        </p:nvSpPr>
        <p:spPr/>
        <p:txBody>
          <a:bodyPr/>
          <a:lstStyle/>
          <a:p>
            <a:r>
              <a:rPr kumimoji="1" lang="en-US" altLang="ja-JP" dirty="0"/>
              <a:t>ABC103</a:t>
            </a:r>
            <a:r>
              <a:rPr kumimoji="1" lang="ja-JP" altLang="en-US" dirty="0"/>
              <a:t>の調査結果（レーベン）</a:t>
            </a:r>
          </a:p>
        </p:txBody>
      </p:sp>
      <p:sp>
        <p:nvSpPr>
          <p:cNvPr id="3" name="コンテンツ プレースホルダー 2">
            <a:extLst>
              <a:ext uri="{FF2B5EF4-FFF2-40B4-BE49-F238E27FC236}">
                <a16:creationId xmlns:a16="http://schemas.microsoft.com/office/drawing/2014/main" id="{80CBC842-3B0F-4521-BB61-AC92B5E00E83}"/>
              </a:ext>
            </a:extLst>
          </p:cNvPr>
          <p:cNvSpPr>
            <a:spLocks noGrp="1"/>
          </p:cNvSpPr>
          <p:nvPr>
            <p:ph idx="1"/>
          </p:nvPr>
        </p:nvSpPr>
        <p:spPr/>
        <p:txBody>
          <a:bodyPr/>
          <a:lstStyle/>
          <a:p>
            <a:r>
              <a:rPr lang="ja-JP" altLang="en-US" dirty="0"/>
              <a:t>黄色の背景：可読性が高いコード間の類似度</a:t>
            </a:r>
            <a:endParaRPr lang="en-US" altLang="ja-JP" dirty="0"/>
          </a:p>
          <a:p>
            <a:r>
              <a:rPr lang="ja-JP" altLang="en-US" dirty="0"/>
              <a:t>太い数字　：</a:t>
            </a:r>
            <a:r>
              <a:rPr kumimoji="1" lang="ja-JP" altLang="en-US" dirty="0"/>
              <a:t>高いと判断された類似度</a:t>
            </a:r>
          </a:p>
        </p:txBody>
      </p:sp>
      <p:sp>
        <p:nvSpPr>
          <p:cNvPr id="4" name="スライド番号プレースホルダー 3">
            <a:extLst>
              <a:ext uri="{FF2B5EF4-FFF2-40B4-BE49-F238E27FC236}">
                <a16:creationId xmlns:a16="http://schemas.microsoft.com/office/drawing/2014/main" id="{D1514DBC-9549-46CC-81F9-6F25CCF310EF}"/>
              </a:ext>
            </a:extLst>
          </p:cNvPr>
          <p:cNvSpPr>
            <a:spLocks noGrp="1"/>
          </p:cNvSpPr>
          <p:nvPr>
            <p:ph type="sldNum" sz="quarter" idx="4"/>
          </p:nvPr>
        </p:nvSpPr>
        <p:spPr/>
        <p:txBody>
          <a:bodyPr/>
          <a:lstStyle/>
          <a:p>
            <a:fld id="{3D1E95EC-FA06-447C-B439-F51D604829FB}" type="slidenum">
              <a:rPr kumimoji="1" lang="ja-JP" altLang="en-US" smtClean="0"/>
              <a:pPr/>
              <a:t>61</a:t>
            </a:fld>
            <a:endParaRPr kumimoji="1" lang="ja-JP" altLang="en-US" dirty="0"/>
          </a:p>
        </p:txBody>
      </p:sp>
      <p:pic>
        <p:nvPicPr>
          <p:cNvPr id="6" name="図 5">
            <a:extLst>
              <a:ext uri="{FF2B5EF4-FFF2-40B4-BE49-F238E27FC236}">
                <a16:creationId xmlns:a16="http://schemas.microsoft.com/office/drawing/2014/main" id="{AE2E42C4-DECF-4463-ADF5-80BCE206D9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775" y="2856099"/>
            <a:ext cx="9080447" cy="2856615"/>
          </a:xfrm>
          <a:prstGeom prst="rect">
            <a:avLst/>
          </a:prstGeom>
        </p:spPr>
      </p:pic>
    </p:spTree>
    <p:extLst>
      <p:ext uri="{BB962C8B-B14F-4D97-AF65-F5344CB8AC3E}">
        <p14:creationId xmlns:p14="http://schemas.microsoft.com/office/powerpoint/2010/main" val="18161221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DE290-9D70-4C3D-9532-3FE8F4C97613}"/>
              </a:ext>
            </a:extLst>
          </p:cNvPr>
          <p:cNvSpPr>
            <a:spLocks noGrp="1"/>
          </p:cNvSpPr>
          <p:nvPr>
            <p:ph type="title"/>
          </p:nvPr>
        </p:nvSpPr>
        <p:spPr/>
        <p:txBody>
          <a:bodyPr/>
          <a:lstStyle/>
          <a:p>
            <a:r>
              <a:rPr kumimoji="1" lang="en-US" altLang="ja-JP" dirty="0"/>
              <a:t>ABC101</a:t>
            </a:r>
            <a:r>
              <a:rPr kumimoji="1" lang="ja-JP" altLang="en-US" dirty="0"/>
              <a:t>の調査結果（</a:t>
            </a:r>
            <a:r>
              <a:rPr kumimoji="1" lang="en-US" altLang="ja-JP" dirty="0"/>
              <a:t>AST</a:t>
            </a:r>
            <a:r>
              <a:rPr kumimoji="1" lang="ja-JP" altLang="en-US" dirty="0"/>
              <a:t>）</a:t>
            </a:r>
          </a:p>
        </p:txBody>
      </p:sp>
      <p:sp>
        <p:nvSpPr>
          <p:cNvPr id="3" name="コンテンツ プレースホルダー 2">
            <a:extLst>
              <a:ext uri="{FF2B5EF4-FFF2-40B4-BE49-F238E27FC236}">
                <a16:creationId xmlns:a16="http://schemas.microsoft.com/office/drawing/2014/main" id="{80CBC842-3B0F-4521-BB61-AC92B5E00E83}"/>
              </a:ext>
            </a:extLst>
          </p:cNvPr>
          <p:cNvSpPr>
            <a:spLocks noGrp="1"/>
          </p:cNvSpPr>
          <p:nvPr>
            <p:ph idx="1"/>
          </p:nvPr>
        </p:nvSpPr>
        <p:spPr/>
        <p:txBody>
          <a:bodyPr/>
          <a:lstStyle/>
          <a:p>
            <a:r>
              <a:rPr lang="ja-JP" altLang="en-US" dirty="0"/>
              <a:t>赤色の背景：可読性が高いコード間の類似度</a:t>
            </a:r>
            <a:endParaRPr lang="en-US" altLang="ja-JP" dirty="0"/>
          </a:p>
          <a:p>
            <a:r>
              <a:rPr lang="ja-JP" altLang="en-US" dirty="0"/>
              <a:t>太い数字　：</a:t>
            </a:r>
            <a:r>
              <a:rPr kumimoji="1" lang="ja-JP" altLang="en-US" dirty="0"/>
              <a:t>高いと判断された類似度</a:t>
            </a:r>
          </a:p>
        </p:txBody>
      </p:sp>
      <p:sp>
        <p:nvSpPr>
          <p:cNvPr id="4" name="スライド番号プレースホルダー 3">
            <a:extLst>
              <a:ext uri="{FF2B5EF4-FFF2-40B4-BE49-F238E27FC236}">
                <a16:creationId xmlns:a16="http://schemas.microsoft.com/office/drawing/2014/main" id="{D1514DBC-9549-46CC-81F9-6F25CCF310EF}"/>
              </a:ext>
            </a:extLst>
          </p:cNvPr>
          <p:cNvSpPr>
            <a:spLocks noGrp="1"/>
          </p:cNvSpPr>
          <p:nvPr>
            <p:ph type="sldNum" sz="quarter" idx="4"/>
          </p:nvPr>
        </p:nvSpPr>
        <p:spPr/>
        <p:txBody>
          <a:bodyPr/>
          <a:lstStyle/>
          <a:p>
            <a:fld id="{3D1E95EC-FA06-447C-B439-F51D604829FB}" type="slidenum">
              <a:rPr kumimoji="1" lang="ja-JP" altLang="en-US" smtClean="0"/>
              <a:pPr/>
              <a:t>62</a:t>
            </a:fld>
            <a:endParaRPr kumimoji="1" lang="ja-JP" altLang="en-US" dirty="0"/>
          </a:p>
        </p:txBody>
      </p:sp>
      <p:pic>
        <p:nvPicPr>
          <p:cNvPr id="6" name="図 5">
            <a:extLst>
              <a:ext uri="{FF2B5EF4-FFF2-40B4-BE49-F238E27FC236}">
                <a16:creationId xmlns:a16="http://schemas.microsoft.com/office/drawing/2014/main" id="{AE2E42C4-DECF-4463-ADF5-80BCE206D9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832" y="2856099"/>
            <a:ext cx="9072333" cy="2856615"/>
          </a:xfrm>
          <a:prstGeom prst="rect">
            <a:avLst/>
          </a:prstGeom>
        </p:spPr>
      </p:pic>
    </p:spTree>
    <p:extLst>
      <p:ext uri="{BB962C8B-B14F-4D97-AF65-F5344CB8AC3E}">
        <p14:creationId xmlns:p14="http://schemas.microsoft.com/office/powerpoint/2010/main" val="27637498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DE290-9D70-4C3D-9532-3FE8F4C97613}"/>
              </a:ext>
            </a:extLst>
          </p:cNvPr>
          <p:cNvSpPr>
            <a:spLocks noGrp="1"/>
          </p:cNvSpPr>
          <p:nvPr>
            <p:ph type="title"/>
          </p:nvPr>
        </p:nvSpPr>
        <p:spPr/>
        <p:txBody>
          <a:bodyPr/>
          <a:lstStyle/>
          <a:p>
            <a:r>
              <a:rPr kumimoji="1" lang="en-US" altLang="ja-JP" dirty="0"/>
              <a:t>ABC102</a:t>
            </a:r>
            <a:r>
              <a:rPr kumimoji="1" lang="ja-JP" altLang="en-US" dirty="0"/>
              <a:t>の調査結果（</a:t>
            </a:r>
            <a:r>
              <a:rPr kumimoji="1" lang="en-US" altLang="ja-JP" dirty="0"/>
              <a:t>AST</a:t>
            </a:r>
            <a:r>
              <a:rPr kumimoji="1" lang="ja-JP" altLang="en-US" dirty="0"/>
              <a:t>）</a:t>
            </a:r>
          </a:p>
        </p:txBody>
      </p:sp>
      <p:sp>
        <p:nvSpPr>
          <p:cNvPr id="3" name="コンテンツ プレースホルダー 2">
            <a:extLst>
              <a:ext uri="{FF2B5EF4-FFF2-40B4-BE49-F238E27FC236}">
                <a16:creationId xmlns:a16="http://schemas.microsoft.com/office/drawing/2014/main" id="{80CBC842-3B0F-4521-BB61-AC92B5E00E83}"/>
              </a:ext>
            </a:extLst>
          </p:cNvPr>
          <p:cNvSpPr>
            <a:spLocks noGrp="1"/>
          </p:cNvSpPr>
          <p:nvPr>
            <p:ph idx="1"/>
          </p:nvPr>
        </p:nvSpPr>
        <p:spPr/>
        <p:txBody>
          <a:bodyPr/>
          <a:lstStyle/>
          <a:p>
            <a:r>
              <a:rPr lang="ja-JP" altLang="en-US" dirty="0"/>
              <a:t>赤色の背景：可読性が高いコード間の類似度</a:t>
            </a:r>
            <a:endParaRPr lang="en-US" altLang="ja-JP" dirty="0"/>
          </a:p>
          <a:p>
            <a:r>
              <a:rPr lang="ja-JP" altLang="en-US" dirty="0"/>
              <a:t>太い数字　：</a:t>
            </a:r>
            <a:r>
              <a:rPr kumimoji="1" lang="ja-JP" altLang="en-US" dirty="0"/>
              <a:t>高いと判断された類似度</a:t>
            </a:r>
          </a:p>
        </p:txBody>
      </p:sp>
      <p:sp>
        <p:nvSpPr>
          <p:cNvPr id="4" name="スライド番号プレースホルダー 3">
            <a:extLst>
              <a:ext uri="{FF2B5EF4-FFF2-40B4-BE49-F238E27FC236}">
                <a16:creationId xmlns:a16="http://schemas.microsoft.com/office/drawing/2014/main" id="{D1514DBC-9549-46CC-81F9-6F25CCF310EF}"/>
              </a:ext>
            </a:extLst>
          </p:cNvPr>
          <p:cNvSpPr>
            <a:spLocks noGrp="1"/>
          </p:cNvSpPr>
          <p:nvPr>
            <p:ph type="sldNum" sz="quarter" idx="4"/>
          </p:nvPr>
        </p:nvSpPr>
        <p:spPr/>
        <p:txBody>
          <a:bodyPr/>
          <a:lstStyle/>
          <a:p>
            <a:fld id="{3D1E95EC-FA06-447C-B439-F51D604829FB}" type="slidenum">
              <a:rPr kumimoji="1" lang="ja-JP" altLang="en-US" smtClean="0"/>
              <a:pPr/>
              <a:t>63</a:t>
            </a:fld>
            <a:endParaRPr kumimoji="1" lang="ja-JP" altLang="en-US" dirty="0"/>
          </a:p>
        </p:txBody>
      </p:sp>
      <p:pic>
        <p:nvPicPr>
          <p:cNvPr id="6" name="図 5">
            <a:extLst>
              <a:ext uri="{FF2B5EF4-FFF2-40B4-BE49-F238E27FC236}">
                <a16:creationId xmlns:a16="http://schemas.microsoft.com/office/drawing/2014/main" id="{AE2E42C4-DECF-4463-ADF5-80BCE206D9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136" y="2856099"/>
            <a:ext cx="8985724" cy="2856615"/>
          </a:xfrm>
          <a:prstGeom prst="rect">
            <a:avLst/>
          </a:prstGeom>
        </p:spPr>
      </p:pic>
    </p:spTree>
    <p:extLst>
      <p:ext uri="{BB962C8B-B14F-4D97-AF65-F5344CB8AC3E}">
        <p14:creationId xmlns:p14="http://schemas.microsoft.com/office/powerpoint/2010/main" val="3148301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DE290-9D70-4C3D-9532-3FE8F4C97613}"/>
              </a:ext>
            </a:extLst>
          </p:cNvPr>
          <p:cNvSpPr>
            <a:spLocks noGrp="1"/>
          </p:cNvSpPr>
          <p:nvPr>
            <p:ph type="title"/>
          </p:nvPr>
        </p:nvSpPr>
        <p:spPr/>
        <p:txBody>
          <a:bodyPr/>
          <a:lstStyle/>
          <a:p>
            <a:r>
              <a:rPr kumimoji="1" lang="en-US" altLang="ja-JP" dirty="0"/>
              <a:t>ABC103</a:t>
            </a:r>
            <a:r>
              <a:rPr kumimoji="1" lang="ja-JP" altLang="en-US" dirty="0"/>
              <a:t>の調査結果（</a:t>
            </a:r>
            <a:r>
              <a:rPr kumimoji="1" lang="en-US" altLang="ja-JP" dirty="0"/>
              <a:t>AST</a:t>
            </a:r>
            <a:r>
              <a:rPr kumimoji="1" lang="ja-JP" altLang="en-US" dirty="0"/>
              <a:t>）</a:t>
            </a:r>
          </a:p>
        </p:txBody>
      </p:sp>
      <p:sp>
        <p:nvSpPr>
          <p:cNvPr id="3" name="コンテンツ プレースホルダー 2">
            <a:extLst>
              <a:ext uri="{FF2B5EF4-FFF2-40B4-BE49-F238E27FC236}">
                <a16:creationId xmlns:a16="http://schemas.microsoft.com/office/drawing/2014/main" id="{80CBC842-3B0F-4521-BB61-AC92B5E00E83}"/>
              </a:ext>
            </a:extLst>
          </p:cNvPr>
          <p:cNvSpPr>
            <a:spLocks noGrp="1"/>
          </p:cNvSpPr>
          <p:nvPr>
            <p:ph idx="1"/>
          </p:nvPr>
        </p:nvSpPr>
        <p:spPr/>
        <p:txBody>
          <a:bodyPr/>
          <a:lstStyle/>
          <a:p>
            <a:r>
              <a:rPr lang="ja-JP" altLang="en-US" dirty="0"/>
              <a:t>赤色の背景：可読性が高いコード間の類似度</a:t>
            </a:r>
            <a:endParaRPr lang="en-US" altLang="ja-JP" dirty="0"/>
          </a:p>
          <a:p>
            <a:r>
              <a:rPr lang="ja-JP" altLang="en-US" dirty="0"/>
              <a:t>太い数字　：</a:t>
            </a:r>
            <a:r>
              <a:rPr kumimoji="1" lang="ja-JP" altLang="en-US" dirty="0"/>
              <a:t>高いと判断された類似度</a:t>
            </a:r>
          </a:p>
        </p:txBody>
      </p:sp>
      <p:sp>
        <p:nvSpPr>
          <p:cNvPr id="4" name="スライド番号プレースホルダー 3">
            <a:extLst>
              <a:ext uri="{FF2B5EF4-FFF2-40B4-BE49-F238E27FC236}">
                <a16:creationId xmlns:a16="http://schemas.microsoft.com/office/drawing/2014/main" id="{D1514DBC-9549-46CC-81F9-6F25CCF310EF}"/>
              </a:ext>
            </a:extLst>
          </p:cNvPr>
          <p:cNvSpPr>
            <a:spLocks noGrp="1"/>
          </p:cNvSpPr>
          <p:nvPr>
            <p:ph type="sldNum" sz="quarter" idx="4"/>
          </p:nvPr>
        </p:nvSpPr>
        <p:spPr/>
        <p:txBody>
          <a:bodyPr/>
          <a:lstStyle/>
          <a:p>
            <a:fld id="{3D1E95EC-FA06-447C-B439-F51D604829FB}" type="slidenum">
              <a:rPr kumimoji="1" lang="ja-JP" altLang="en-US" smtClean="0"/>
              <a:pPr/>
              <a:t>64</a:t>
            </a:fld>
            <a:endParaRPr kumimoji="1" lang="ja-JP" altLang="en-US" dirty="0"/>
          </a:p>
        </p:txBody>
      </p:sp>
      <p:pic>
        <p:nvPicPr>
          <p:cNvPr id="6" name="図 5">
            <a:extLst>
              <a:ext uri="{FF2B5EF4-FFF2-40B4-BE49-F238E27FC236}">
                <a16:creationId xmlns:a16="http://schemas.microsoft.com/office/drawing/2014/main" id="{AE2E42C4-DECF-4463-ADF5-80BCE206D9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170" y="2856099"/>
            <a:ext cx="9043657" cy="2856615"/>
          </a:xfrm>
          <a:prstGeom prst="rect">
            <a:avLst/>
          </a:prstGeom>
        </p:spPr>
      </p:pic>
    </p:spTree>
    <p:extLst>
      <p:ext uri="{BB962C8B-B14F-4D97-AF65-F5344CB8AC3E}">
        <p14:creationId xmlns:p14="http://schemas.microsoft.com/office/powerpoint/2010/main" val="3990755774"/>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SDL">
      <a:majorFont>
        <a:latin typeface="Arial"/>
        <a:ea typeface="ＭＳ ゴシック"/>
        <a:cs typeface=""/>
      </a:majorFont>
      <a:minorFont>
        <a:latin typeface="Arial"/>
        <a:ea typeface="ＭＳ 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kumimoji="1" sz="20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ISDL">
    <a:majorFont>
      <a:latin typeface="Arial"/>
      <a:ea typeface="ＭＳ ゴシック"/>
      <a:cs typeface=""/>
    </a:majorFont>
    <a:minorFont>
      <a:latin typeface="Arial"/>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ISDL">
    <a:majorFont>
      <a:latin typeface="Arial"/>
      <a:ea typeface="ＭＳ ゴシック"/>
      <a:cs typeface=""/>
    </a:majorFont>
    <a:minorFont>
      <a:latin typeface="Arial"/>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ISDL">
    <a:majorFont>
      <a:latin typeface="Arial"/>
      <a:ea typeface="ＭＳ ゴシック"/>
      <a:cs typeface=""/>
    </a:majorFont>
    <a:minorFont>
      <a:latin typeface="Arial"/>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ISDL">
    <a:majorFont>
      <a:latin typeface="Arial"/>
      <a:ea typeface="ＭＳ ゴシック"/>
      <a:cs typeface=""/>
    </a:majorFont>
    <a:minorFont>
      <a:latin typeface="Arial"/>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29672</TotalTime>
  <Words>5074</Words>
  <Application>Microsoft Office PowerPoint</Application>
  <PresentationFormat>画面に合わせる (4:3)</PresentationFormat>
  <Paragraphs>972</Paragraphs>
  <Slides>65</Slides>
  <Notes>26</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65</vt:i4>
      </vt:variant>
    </vt:vector>
  </HeadingPairs>
  <TitlesOfParts>
    <vt:vector size="77" baseType="lpstr">
      <vt:lpstr>CMR10</vt:lpstr>
      <vt:lpstr>HaranoAjiMincho-Regular-Identity-H</vt:lpstr>
      <vt:lpstr>IPAexMincho</vt:lpstr>
      <vt:lpstr>LMRoman10-Regular</vt:lpstr>
      <vt:lpstr>游ゴシック</vt:lpstr>
      <vt:lpstr>Arial</vt:lpstr>
      <vt:lpstr>Cambria Math</vt:lpstr>
      <vt:lpstr>Consolas</vt:lpstr>
      <vt:lpstr>Segoe UI</vt:lpstr>
      <vt:lpstr>Times New Roman</vt:lpstr>
      <vt:lpstr>Wingdings</vt:lpstr>
      <vt:lpstr>Office テーマ</vt:lpstr>
      <vt:lpstr>遺伝的アルゴリズムを用いた 自動プログラム修正の可読性向上に向けて 　</vt:lpstr>
      <vt:lpstr>はじめに</vt:lpstr>
      <vt:lpstr>GenProg</vt:lpstr>
      <vt:lpstr>GenProgの流れ</vt:lpstr>
      <vt:lpstr>GenProgの流れ</vt:lpstr>
      <vt:lpstr>GenProgの流れ</vt:lpstr>
      <vt:lpstr>GenProgの流れ</vt:lpstr>
      <vt:lpstr>GenProgの流れ</vt:lpstr>
      <vt:lpstr>GenProgの流れ</vt:lpstr>
      <vt:lpstr>GenProgの流れ</vt:lpstr>
      <vt:lpstr>GenProgの流れ</vt:lpstr>
      <vt:lpstr>GenProgの課題</vt:lpstr>
      <vt:lpstr>可読性が低下する修正例</vt:lpstr>
      <vt:lpstr>研究概要</vt:lpstr>
      <vt:lpstr>提案手法</vt:lpstr>
      <vt:lpstr>評価実験の概要</vt:lpstr>
      <vt:lpstr>実験題材のイメージ</vt:lpstr>
      <vt:lpstr>実験結果および考察</vt:lpstr>
      <vt:lpstr>結論</vt:lpstr>
      <vt:lpstr>以下補助資料</vt:lpstr>
      <vt:lpstr>GumTree</vt:lpstr>
      <vt:lpstr>GumTreeで出力される差分の例</vt:lpstr>
      <vt:lpstr>GumTreeを利用した類似度計算</vt:lpstr>
      <vt:lpstr>他の成功例 (1/2)</vt:lpstr>
      <vt:lpstr>他の成功例 (2/2)</vt:lpstr>
      <vt:lpstr>可読性が高いコードの例</vt:lpstr>
      <vt:lpstr>失敗したコード (1/3)</vt:lpstr>
      <vt:lpstr>失敗したコード (2/3)</vt:lpstr>
      <vt:lpstr>失敗したコード (3/3)</vt:lpstr>
      <vt:lpstr>複雑な生成個体</vt:lpstr>
      <vt:lpstr>バグ限局</vt:lpstr>
      <vt:lpstr>自動プログラム修正の方法</vt:lpstr>
      <vt:lpstr>kGenProg</vt:lpstr>
      <vt:lpstr>実際のdiff</vt:lpstr>
      <vt:lpstr>類似度実験の資料</vt:lpstr>
      <vt:lpstr>類似度の検証実験</vt:lpstr>
      <vt:lpstr>実験手順 (1/3)</vt:lpstr>
      <vt:lpstr>実験手順 (2/3)</vt:lpstr>
      <vt:lpstr>実験手順 (3/3)</vt:lpstr>
      <vt:lpstr>実験手順 (3/3)</vt:lpstr>
      <vt:lpstr>実験手順 (3/3)</vt:lpstr>
      <vt:lpstr>実験手順 (3/3)</vt:lpstr>
      <vt:lpstr>実験手順 (3/3)</vt:lpstr>
      <vt:lpstr>実験手順 (3/3)</vt:lpstr>
      <vt:lpstr>実験手順 (3/3)</vt:lpstr>
      <vt:lpstr>実験手順 (3/3)</vt:lpstr>
      <vt:lpstr>実験手順 (3/3)</vt:lpstr>
      <vt:lpstr>実験に対する結果と考察</vt:lpstr>
      <vt:lpstr>レーベンシュタイン距離</vt:lpstr>
      <vt:lpstr>レーベンシュタイン距離の標準化</vt:lpstr>
      <vt:lpstr>AtCoder ABC101 A問題</vt:lpstr>
      <vt:lpstr>AtCoder ABC102 A問題</vt:lpstr>
      <vt:lpstr>AtCoder ABC103 A問題</vt:lpstr>
      <vt:lpstr>ABC101の可読性評価</vt:lpstr>
      <vt:lpstr>ABC102の可読性評価</vt:lpstr>
      <vt:lpstr>ABC103の可読性評価</vt:lpstr>
      <vt:lpstr>可読性の評価値が被験者によって異なるコード </vt:lpstr>
      <vt:lpstr>可読性の評価値が被験者によって異なるコード </vt:lpstr>
      <vt:lpstr>可読性の評価値が被験者によって異なるコード </vt:lpstr>
      <vt:lpstr>ABC101の調査結果（レーベン）</vt:lpstr>
      <vt:lpstr>ABC102の調査結果（レーベン）</vt:lpstr>
      <vt:lpstr>ABC103の調査結果（レーベン）</vt:lpstr>
      <vt:lpstr>ABC101の調査結果（AST）</vt:lpstr>
      <vt:lpstr>ABC102の調査結果（AST）</vt:lpstr>
      <vt:lpstr>ABC103の調査結果（AST）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菱川 潤哉</dc:creator>
  <cp:lastModifiedBy>菱川 潤哉</cp:lastModifiedBy>
  <cp:revision>733</cp:revision>
  <dcterms:created xsi:type="dcterms:W3CDTF">2021-07-12T05:29:29Z</dcterms:created>
  <dcterms:modified xsi:type="dcterms:W3CDTF">2022-02-18T13:41:16Z</dcterms:modified>
  <cp:contentStatus/>
</cp:coreProperties>
</file>